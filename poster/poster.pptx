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Lst>
  <p:sldSz cy="42503725" cx="30064075"/>
  <p:notesSz cx="6797675" cy="9926625"/>
  <p:embeddedFontLst>
    <p:embeddedFont>
      <p:font typeface="Helvetica Neue"/>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4228">
          <p15:clr>
            <a:srgbClr val="A4A3A4"/>
          </p15:clr>
        </p15:guide>
        <p15:guide id="2" pos="17997">
          <p15:clr>
            <a:srgbClr val="A4A3A4"/>
          </p15:clr>
        </p15:guide>
      </p15:sldGuideLst>
    </p:ext>
    <p:ext uri="GoogleSlidesCustomDataVersion2">
      <go:slidesCustomData xmlns:go="http://customooxmlschemas.google.com/" r:id="rId12" roundtripDataSignature="AMtx7miZYdbNbB22O+CFHY+AC6ccxJ/J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4F45F0-7009-4AE8-8363-735600AE056E}">
  <a:tblStyle styleId="{F44F45F0-7009-4AE8-8363-735600AE056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228" orient="horz"/>
        <p:guide pos="17997"/>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schemas.openxmlformats.org/officeDocument/2006/relationships/font" Target="fonts/HelveticaNeue-boldItalic.fntdata"/><Relationship Id="rId10" Type="http://schemas.openxmlformats.org/officeDocument/2006/relationships/font" Target="fonts/HelveticaNeue-italic.fntdata"/><Relationship Id="rId12" Type="http://customschemas.google.com/relationships/presentationmetadata" Target="metadata"/><Relationship Id="rId9" Type="http://schemas.openxmlformats.org/officeDocument/2006/relationships/font" Target="fonts/HelveticaNeue-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HelveticaNeue-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33150" y="744475"/>
            <a:ext cx="4532000" cy="37224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79750" y="4715125"/>
            <a:ext cx="5438125" cy="44669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p:nvPr>
            <p:ph idx="2" type="sldImg"/>
          </p:nvPr>
        </p:nvSpPr>
        <p:spPr>
          <a:xfrm>
            <a:off x="2084388" y="744538"/>
            <a:ext cx="2628900" cy="3721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1:notes"/>
          <p:cNvSpPr txBox="1"/>
          <p:nvPr>
            <p:ph idx="1" type="body"/>
          </p:nvPr>
        </p:nvSpPr>
        <p:spPr>
          <a:xfrm>
            <a:off x="679457" y="4715959"/>
            <a:ext cx="5438775" cy="4466986"/>
          </a:xfrm>
          <a:prstGeom prst="rect">
            <a:avLst/>
          </a:prstGeom>
          <a:noFill/>
          <a:ln>
            <a:noFill/>
          </a:ln>
        </p:spPr>
        <p:txBody>
          <a:bodyPr anchorCtr="0" anchor="t" bIns="46350" lIns="92700" spcFirstLastPara="1" rIns="92700" wrap="square" tIns="46350">
            <a:noAutofit/>
          </a:bodyPr>
          <a:lstStyle/>
          <a:p>
            <a:pPr indent="0" lvl="0" marL="0" marR="0" rtl="0" algn="l">
              <a:spcBef>
                <a:spcPts val="0"/>
              </a:spcBef>
              <a:spcAft>
                <a:spcPts val="0"/>
              </a:spcAft>
              <a:buNone/>
            </a:pPr>
            <a:r>
              <a:t/>
            </a:r>
            <a:endParaRPr sz="1100">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gradFill>
          <a:gsLst>
            <a:gs pos="0">
              <a:schemeClr val="lt1"/>
            </a:gs>
            <a:gs pos="50000">
              <a:srgbClr val="7F7F7F"/>
            </a:gs>
            <a:gs pos="100000">
              <a:srgbClr val="595959"/>
            </a:gs>
          </a:gsLst>
          <a:lin ang="13500000" scaled="0"/>
        </a:gradFill>
      </p:bgPr>
    </p:bg>
    <p:spTree>
      <p:nvGrpSpPr>
        <p:cNvPr id="11" name="Shape 11"/>
        <p:cNvGrpSpPr/>
        <p:nvPr/>
      </p:nvGrpSpPr>
      <p:grpSpPr>
        <a:xfrm>
          <a:off x="0" y="0"/>
          <a:ext cx="0" cy="0"/>
          <a:chOff x="0" y="0"/>
          <a:chExt cx="0" cy="0"/>
        </a:xfrm>
      </p:grpSpPr>
      <p:pic>
        <p:nvPicPr>
          <p:cNvPr id="12" name="Google Shape;12;p3"/>
          <p:cNvPicPr preferRelativeResize="0"/>
          <p:nvPr/>
        </p:nvPicPr>
        <p:blipFill rotWithShape="1">
          <a:blip r:embed="rId2">
            <a:alphaModFix/>
          </a:blip>
          <a:srcRect b="63250" l="0" r="0" t="1"/>
          <a:stretch/>
        </p:blipFill>
        <p:spPr>
          <a:xfrm>
            <a:off x="-1" y="2241750"/>
            <a:ext cx="30082031" cy="7488832"/>
          </a:xfrm>
          <a:prstGeom prst="rect">
            <a:avLst/>
          </a:prstGeom>
          <a:noFill/>
          <a:ln>
            <a:noFill/>
          </a:ln>
        </p:spPr>
      </p:pic>
      <p:pic>
        <p:nvPicPr>
          <p:cNvPr id="13" name="Google Shape;13;p3"/>
          <p:cNvPicPr preferRelativeResize="0"/>
          <p:nvPr/>
        </p:nvPicPr>
        <p:blipFill rotWithShape="1">
          <a:blip r:embed="rId3">
            <a:alphaModFix/>
          </a:blip>
          <a:srcRect b="0" l="0" r="0" t="0"/>
          <a:stretch/>
        </p:blipFill>
        <p:spPr>
          <a:xfrm>
            <a:off x="24393077" y="40090830"/>
            <a:ext cx="5041021" cy="1652794"/>
          </a:xfrm>
          <a:prstGeom prst="rect">
            <a:avLst/>
          </a:prstGeom>
          <a:noFill/>
          <a:ln>
            <a:noFill/>
          </a:ln>
        </p:spPr>
      </p:pic>
      <p:sp>
        <p:nvSpPr>
          <p:cNvPr id="14" name="Google Shape;14;p3"/>
          <p:cNvSpPr/>
          <p:nvPr/>
        </p:nvSpPr>
        <p:spPr>
          <a:xfrm>
            <a:off x="0" y="-837361"/>
            <a:ext cx="171423" cy="1674723"/>
          </a:xfrm>
          <a:prstGeom prst="rect">
            <a:avLst/>
          </a:prstGeom>
          <a:noFill/>
          <a:ln>
            <a:noFill/>
          </a:ln>
        </p:spPr>
        <p:txBody>
          <a:bodyPr anchorCtr="0" anchor="ctr" bIns="42400" lIns="84825" spcFirstLastPara="1" rIns="84825" wrap="square" tIns="42400">
            <a:spAutoFit/>
          </a:bodyPr>
          <a:lstStyle/>
          <a:p>
            <a:pPr indent="0" lvl="0" marL="0" marR="0" rtl="0" algn="l">
              <a:spcBef>
                <a:spcPts val="0"/>
              </a:spcBef>
              <a:spcAft>
                <a:spcPts val="0"/>
              </a:spcAft>
              <a:buNone/>
            </a:pPr>
            <a:r>
              <a:t/>
            </a:r>
            <a:endParaRPr sz="10300">
              <a:solidFill>
                <a:schemeClr val="dk1"/>
              </a:solidFill>
              <a:latin typeface="Arial"/>
              <a:ea typeface="Arial"/>
              <a:cs typeface="Arial"/>
              <a:sym typeface="Arial"/>
            </a:endParaRPr>
          </a:p>
        </p:txBody>
      </p:sp>
      <p:sp>
        <p:nvSpPr>
          <p:cNvPr id="15" name="Google Shape;15;p3"/>
          <p:cNvSpPr/>
          <p:nvPr/>
        </p:nvSpPr>
        <p:spPr>
          <a:xfrm>
            <a:off x="414413" y="5914158"/>
            <a:ext cx="29307256" cy="33411712"/>
          </a:xfrm>
          <a:prstGeom prst="rect">
            <a:avLst/>
          </a:prstGeom>
          <a:solidFill>
            <a:schemeClr val="l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100"/>
              <a:buFont typeface="Arial"/>
              <a:buNone/>
            </a:pPr>
            <a:r>
              <a:t/>
            </a:r>
            <a:endParaRPr b="0" i="0" sz="11100" u="none" cap="none" strike="noStrike">
              <a:solidFill>
                <a:schemeClr val="dk1"/>
              </a:solidFill>
              <a:latin typeface="Arial"/>
              <a:ea typeface="Arial"/>
              <a:cs typeface="Arial"/>
              <a:sym typeface="Arial"/>
            </a:endParaRPr>
          </a:p>
        </p:txBody>
      </p:sp>
      <p:pic>
        <p:nvPicPr>
          <p:cNvPr id="16" name="Google Shape;16;p3"/>
          <p:cNvPicPr preferRelativeResize="0"/>
          <p:nvPr/>
        </p:nvPicPr>
        <p:blipFill rotWithShape="1">
          <a:blip r:embed="rId2">
            <a:alphaModFix/>
          </a:blip>
          <a:srcRect b="92987" l="0" r="0" t="0"/>
          <a:stretch/>
        </p:blipFill>
        <p:spPr>
          <a:xfrm rot="10800000">
            <a:off x="-322" y="-1"/>
            <a:ext cx="30082031" cy="2488293"/>
          </a:xfrm>
          <a:prstGeom prst="rect">
            <a:avLst/>
          </a:prstGeom>
          <a:noFill/>
          <a:ln>
            <a:noFill/>
          </a:ln>
        </p:spPr>
      </p:pic>
      <p:pic>
        <p:nvPicPr>
          <p:cNvPr id="17" name="Google Shape;17;p3"/>
          <p:cNvPicPr preferRelativeResize="0"/>
          <p:nvPr/>
        </p:nvPicPr>
        <p:blipFill rotWithShape="1">
          <a:blip r:embed="rId4">
            <a:alphaModFix/>
          </a:blip>
          <a:srcRect b="0" l="0" r="0" t="0"/>
          <a:stretch/>
        </p:blipFill>
        <p:spPr>
          <a:xfrm>
            <a:off x="665757" y="40303624"/>
            <a:ext cx="6240000" cy="1440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4"/>
          <p:cNvSpPr txBox="1"/>
          <p:nvPr>
            <p:ph type="ctrTitle"/>
          </p:nvPr>
        </p:nvSpPr>
        <p:spPr>
          <a:xfrm>
            <a:off x="2254953" y="13203868"/>
            <a:ext cx="25554169" cy="9110993"/>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 name="Google Shape;20;p4"/>
          <p:cNvSpPr txBox="1"/>
          <p:nvPr>
            <p:ph idx="1" type="subTitle"/>
          </p:nvPr>
        </p:nvSpPr>
        <p:spPr>
          <a:xfrm>
            <a:off x="4509906" y="24085788"/>
            <a:ext cx="21044263" cy="10861293"/>
          </a:xfrm>
          <a:prstGeom prst="rect">
            <a:avLst/>
          </a:prstGeom>
          <a:noFill/>
          <a:ln>
            <a:noFill/>
          </a:ln>
        </p:spPr>
        <p:txBody>
          <a:bodyPr anchorCtr="0" anchor="t" bIns="197450" lIns="394925" spcFirstLastPara="1" rIns="394925" wrap="square" tIns="197450">
            <a:noAutofit/>
          </a:bodyPr>
          <a:lstStyle>
            <a:lvl1pPr lvl="0" algn="ctr">
              <a:spcBef>
                <a:spcPts val="2740"/>
              </a:spcBef>
              <a:spcAft>
                <a:spcPts val="0"/>
              </a:spcAft>
              <a:buClr>
                <a:schemeClr val="dk1"/>
              </a:buClr>
              <a:buSzPts val="13700"/>
              <a:buFont typeface="Times New Roman"/>
              <a:buNone/>
              <a:defRPr/>
            </a:lvl1pPr>
            <a:lvl2pPr lvl="1" algn="ctr">
              <a:spcBef>
                <a:spcPts val="2400"/>
              </a:spcBef>
              <a:spcAft>
                <a:spcPts val="0"/>
              </a:spcAft>
              <a:buClr>
                <a:schemeClr val="dk1"/>
              </a:buClr>
              <a:buSzPts val="12000"/>
              <a:buFont typeface="Times New Roman"/>
              <a:buNone/>
              <a:defRPr/>
            </a:lvl2pPr>
            <a:lvl3pPr lvl="2" algn="ctr">
              <a:spcBef>
                <a:spcPts val="2060"/>
              </a:spcBef>
              <a:spcAft>
                <a:spcPts val="0"/>
              </a:spcAft>
              <a:buClr>
                <a:schemeClr val="dk1"/>
              </a:buClr>
              <a:buSzPts val="10300"/>
              <a:buFont typeface="Times New Roman"/>
              <a:buNone/>
              <a:defRPr/>
            </a:lvl3pPr>
            <a:lvl4pPr lvl="3" algn="ctr">
              <a:spcBef>
                <a:spcPts val="1700"/>
              </a:spcBef>
              <a:spcAft>
                <a:spcPts val="0"/>
              </a:spcAft>
              <a:buClr>
                <a:schemeClr val="dk1"/>
              </a:buClr>
              <a:buSzPts val="8500"/>
              <a:buFont typeface="Times New Roman"/>
              <a:buNone/>
              <a:defRPr/>
            </a:lvl4pPr>
            <a:lvl5pPr lvl="4" algn="ctr">
              <a:spcBef>
                <a:spcPts val="1700"/>
              </a:spcBef>
              <a:spcAft>
                <a:spcPts val="0"/>
              </a:spcAft>
              <a:buClr>
                <a:schemeClr val="dk1"/>
              </a:buClr>
              <a:buSzPts val="8500"/>
              <a:buFont typeface="Times New Roman"/>
              <a:buNone/>
              <a:defRPr/>
            </a:lvl5pPr>
            <a:lvl6pPr lvl="5" algn="ctr">
              <a:spcBef>
                <a:spcPts val="1700"/>
              </a:spcBef>
              <a:spcAft>
                <a:spcPts val="0"/>
              </a:spcAft>
              <a:buClr>
                <a:schemeClr val="dk1"/>
              </a:buClr>
              <a:buSzPts val="8500"/>
              <a:buFont typeface="Times New Roman"/>
              <a:buNone/>
              <a:defRPr/>
            </a:lvl6pPr>
            <a:lvl7pPr lvl="6" algn="ctr">
              <a:spcBef>
                <a:spcPts val="1700"/>
              </a:spcBef>
              <a:spcAft>
                <a:spcPts val="0"/>
              </a:spcAft>
              <a:buClr>
                <a:schemeClr val="dk1"/>
              </a:buClr>
              <a:buSzPts val="8500"/>
              <a:buFont typeface="Times New Roman"/>
              <a:buNone/>
              <a:defRPr/>
            </a:lvl7pPr>
            <a:lvl8pPr lvl="7" algn="ctr">
              <a:spcBef>
                <a:spcPts val="1700"/>
              </a:spcBef>
              <a:spcAft>
                <a:spcPts val="0"/>
              </a:spcAft>
              <a:buClr>
                <a:schemeClr val="dk1"/>
              </a:buClr>
              <a:buSzPts val="8500"/>
              <a:buFont typeface="Times New Roman"/>
              <a:buNone/>
              <a:defRPr/>
            </a:lvl8pPr>
            <a:lvl9pPr lvl="8" algn="ctr">
              <a:spcBef>
                <a:spcPts val="1700"/>
              </a:spcBef>
              <a:spcAft>
                <a:spcPts val="0"/>
              </a:spcAft>
              <a:buClr>
                <a:schemeClr val="dk1"/>
              </a:buClr>
              <a:buSzPts val="8500"/>
              <a:buFont typeface="Times New Roman"/>
              <a:buNone/>
              <a:defRPr/>
            </a:lvl9pPr>
          </a:lstStyle>
          <a:p/>
        </p:txBody>
      </p:sp>
      <p:sp>
        <p:nvSpPr>
          <p:cNvPr id="21" name="Google Shape;21;p4"/>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algn="r">
              <a:spcBef>
                <a:spcPts val="0"/>
              </a:spcBef>
              <a:spcAft>
                <a:spcPts val="0"/>
              </a:spcAft>
              <a:buNone/>
              <a:defRPr sz="61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61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61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61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61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61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61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61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61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5"/>
          <p:cNvSpPr txBox="1"/>
          <p:nvPr>
            <p:ph type="title"/>
          </p:nvPr>
        </p:nvSpPr>
        <p:spPr>
          <a:xfrm>
            <a:off x="2253480" y="3780532"/>
            <a:ext cx="25557115" cy="7083709"/>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5"/>
          <p:cNvSpPr txBox="1"/>
          <p:nvPr>
            <p:ph idx="1" type="body"/>
          </p:nvPr>
        </p:nvSpPr>
        <p:spPr>
          <a:xfrm>
            <a:off x="2253480" y="12281571"/>
            <a:ext cx="25557115" cy="25501646"/>
          </a:xfrm>
          <a:prstGeom prst="rect">
            <a:avLst/>
          </a:prstGeom>
          <a:noFill/>
          <a:ln>
            <a:noFill/>
          </a:ln>
        </p:spPr>
        <p:txBody>
          <a:bodyPr anchorCtr="0" anchor="t" bIns="197450" lIns="394925" spcFirstLastPara="1" rIns="394925" wrap="square" tIns="1974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 name="Google Shape;27;p5"/>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algn="r">
              <a:spcBef>
                <a:spcPts val="0"/>
              </a:spcBef>
              <a:spcAft>
                <a:spcPts val="0"/>
              </a:spcAft>
              <a:buNone/>
              <a:defRPr sz="61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61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61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61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61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61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61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61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61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6"/>
          <p:cNvSpPr txBox="1"/>
          <p:nvPr>
            <p:ph type="title"/>
          </p:nvPr>
        </p:nvSpPr>
        <p:spPr>
          <a:xfrm>
            <a:off x="2374255" y="27312352"/>
            <a:ext cx="25555643" cy="8442107"/>
          </a:xfrm>
          <a:prstGeom prst="rect">
            <a:avLst/>
          </a:prstGeom>
          <a:noFill/>
          <a:ln>
            <a:noFill/>
          </a:ln>
        </p:spPr>
        <p:txBody>
          <a:bodyPr anchorCtr="0" anchor="t" bIns="197450" lIns="394925" spcFirstLastPara="1" rIns="394925" wrap="square" tIns="197450">
            <a:noAutofit/>
          </a:bodyPr>
          <a:lstStyle>
            <a:lvl1pPr lvl="0" algn="l">
              <a:spcBef>
                <a:spcPts val="0"/>
              </a:spcBef>
              <a:spcAft>
                <a:spcPts val="0"/>
              </a:spcAft>
              <a:buSzPts val="1400"/>
              <a:buNone/>
              <a:defRPr b="1" sz="37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6"/>
          <p:cNvSpPr txBox="1"/>
          <p:nvPr>
            <p:ph idx="1" type="body"/>
          </p:nvPr>
        </p:nvSpPr>
        <p:spPr>
          <a:xfrm>
            <a:off x="2374255" y="18014248"/>
            <a:ext cx="25555643" cy="9298104"/>
          </a:xfrm>
          <a:prstGeom prst="rect">
            <a:avLst/>
          </a:prstGeom>
          <a:noFill/>
          <a:ln>
            <a:noFill/>
          </a:ln>
        </p:spPr>
        <p:txBody>
          <a:bodyPr anchorCtr="0" anchor="b" bIns="197450" lIns="394925" spcFirstLastPara="1" rIns="394925" wrap="square" tIns="197450">
            <a:noAutofit/>
          </a:bodyPr>
          <a:lstStyle>
            <a:lvl1pPr indent="-228600" lvl="0" marL="457200" algn="l">
              <a:spcBef>
                <a:spcPts val="380"/>
              </a:spcBef>
              <a:spcAft>
                <a:spcPts val="0"/>
              </a:spcAft>
              <a:buClr>
                <a:schemeClr val="dk1"/>
              </a:buClr>
              <a:buSzPts val="1900"/>
              <a:buFont typeface="Times New Roman"/>
              <a:buNone/>
              <a:defRPr sz="1900"/>
            </a:lvl1pPr>
            <a:lvl2pPr indent="-228600" lvl="1" marL="914400" algn="l">
              <a:spcBef>
                <a:spcPts val="340"/>
              </a:spcBef>
              <a:spcAft>
                <a:spcPts val="0"/>
              </a:spcAft>
              <a:buClr>
                <a:schemeClr val="dk1"/>
              </a:buClr>
              <a:buSzPts val="1700"/>
              <a:buFont typeface="Times New Roman"/>
              <a:buNone/>
              <a:defRPr sz="1700"/>
            </a:lvl2pPr>
            <a:lvl3pPr indent="-228600" lvl="2" marL="1371600" algn="l">
              <a:spcBef>
                <a:spcPts val="300"/>
              </a:spcBef>
              <a:spcAft>
                <a:spcPts val="0"/>
              </a:spcAft>
              <a:buClr>
                <a:schemeClr val="dk1"/>
              </a:buClr>
              <a:buSzPts val="1500"/>
              <a:buFont typeface="Times New Roman"/>
              <a:buNone/>
              <a:defRPr sz="1500"/>
            </a:lvl3pPr>
            <a:lvl4pPr indent="-228600" lvl="3" marL="1828800" algn="l">
              <a:spcBef>
                <a:spcPts val="260"/>
              </a:spcBef>
              <a:spcAft>
                <a:spcPts val="0"/>
              </a:spcAft>
              <a:buClr>
                <a:schemeClr val="dk1"/>
              </a:buClr>
              <a:buSzPts val="1300"/>
              <a:buFont typeface="Times New Roman"/>
              <a:buNone/>
              <a:defRPr sz="1300"/>
            </a:lvl4pPr>
            <a:lvl5pPr indent="-228600" lvl="4" marL="2286000" algn="l">
              <a:spcBef>
                <a:spcPts val="260"/>
              </a:spcBef>
              <a:spcAft>
                <a:spcPts val="0"/>
              </a:spcAft>
              <a:buClr>
                <a:schemeClr val="dk1"/>
              </a:buClr>
              <a:buSzPts val="1300"/>
              <a:buFont typeface="Times New Roman"/>
              <a:buNone/>
              <a:defRPr sz="1300"/>
            </a:lvl5pPr>
            <a:lvl6pPr indent="-228600" lvl="5" marL="2743200" algn="l">
              <a:spcBef>
                <a:spcPts val="260"/>
              </a:spcBef>
              <a:spcAft>
                <a:spcPts val="0"/>
              </a:spcAft>
              <a:buClr>
                <a:schemeClr val="dk1"/>
              </a:buClr>
              <a:buSzPts val="1300"/>
              <a:buFont typeface="Times New Roman"/>
              <a:buNone/>
              <a:defRPr sz="1300"/>
            </a:lvl6pPr>
            <a:lvl7pPr indent="-228600" lvl="6" marL="3200400" algn="l">
              <a:spcBef>
                <a:spcPts val="260"/>
              </a:spcBef>
              <a:spcAft>
                <a:spcPts val="0"/>
              </a:spcAft>
              <a:buClr>
                <a:schemeClr val="dk1"/>
              </a:buClr>
              <a:buSzPts val="1300"/>
              <a:buFont typeface="Times New Roman"/>
              <a:buNone/>
              <a:defRPr sz="1300"/>
            </a:lvl7pPr>
            <a:lvl8pPr indent="-228600" lvl="7" marL="3657600" algn="l">
              <a:spcBef>
                <a:spcPts val="260"/>
              </a:spcBef>
              <a:spcAft>
                <a:spcPts val="0"/>
              </a:spcAft>
              <a:buClr>
                <a:schemeClr val="dk1"/>
              </a:buClr>
              <a:buSzPts val="1300"/>
              <a:buFont typeface="Times New Roman"/>
              <a:buNone/>
              <a:defRPr sz="1300"/>
            </a:lvl8pPr>
            <a:lvl9pPr indent="-228600" lvl="8" marL="4114800" algn="l">
              <a:spcBef>
                <a:spcPts val="260"/>
              </a:spcBef>
              <a:spcAft>
                <a:spcPts val="0"/>
              </a:spcAft>
              <a:buClr>
                <a:schemeClr val="dk1"/>
              </a:buClr>
              <a:buSzPts val="1300"/>
              <a:buFont typeface="Times New Roman"/>
              <a:buNone/>
              <a:defRPr sz="1300"/>
            </a:lvl9pPr>
          </a:lstStyle>
          <a:p/>
        </p:txBody>
      </p:sp>
      <p:sp>
        <p:nvSpPr>
          <p:cNvPr id="33" name="Google Shape;33;p6"/>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algn="r">
              <a:spcBef>
                <a:spcPts val="0"/>
              </a:spcBef>
              <a:spcAft>
                <a:spcPts val="0"/>
              </a:spcAft>
              <a:buNone/>
              <a:defRPr sz="61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61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61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61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61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61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61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61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61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7"/>
          <p:cNvSpPr txBox="1"/>
          <p:nvPr>
            <p:ph type="title"/>
          </p:nvPr>
        </p:nvSpPr>
        <p:spPr>
          <a:xfrm>
            <a:off x="2253480" y="3780532"/>
            <a:ext cx="25557115" cy="7083709"/>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7"/>
          <p:cNvSpPr txBox="1"/>
          <p:nvPr>
            <p:ph idx="1" type="body"/>
          </p:nvPr>
        </p:nvSpPr>
        <p:spPr>
          <a:xfrm>
            <a:off x="2253480" y="12281571"/>
            <a:ext cx="12707860" cy="25501646"/>
          </a:xfrm>
          <a:prstGeom prst="rect">
            <a:avLst/>
          </a:prstGeom>
          <a:noFill/>
          <a:ln>
            <a:noFill/>
          </a:ln>
        </p:spPr>
        <p:txBody>
          <a:bodyPr anchorCtr="0" anchor="t" bIns="197450" lIns="394925" spcFirstLastPara="1" rIns="394925" wrap="square" tIns="197450">
            <a:noAutofit/>
          </a:bodyPr>
          <a:lstStyle>
            <a:lvl1pPr indent="-393700" lvl="0" marL="457200" algn="l">
              <a:spcBef>
                <a:spcPts val="520"/>
              </a:spcBef>
              <a:spcAft>
                <a:spcPts val="0"/>
              </a:spcAft>
              <a:buClr>
                <a:schemeClr val="dk1"/>
              </a:buClr>
              <a:buSzPts val="2600"/>
              <a:buFont typeface="Times New Roman"/>
              <a:buChar char="•"/>
              <a:defRPr sz="2600"/>
            </a:lvl1pPr>
            <a:lvl2pPr indent="-368300" lvl="1" marL="914400" algn="l">
              <a:spcBef>
                <a:spcPts val="440"/>
              </a:spcBef>
              <a:spcAft>
                <a:spcPts val="0"/>
              </a:spcAft>
              <a:buClr>
                <a:schemeClr val="dk1"/>
              </a:buClr>
              <a:buSzPts val="2200"/>
              <a:buFont typeface="Times New Roman"/>
              <a:buChar char="–"/>
              <a:defRPr sz="2200"/>
            </a:lvl2pPr>
            <a:lvl3pPr indent="-349250" lvl="2" marL="1371600" algn="l">
              <a:spcBef>
                <a:spcPts val="380"/>
              </a:spcBef>
              <a:spcAft>
                <a:spcPts val="0"/>
              </a:spcAft>
              <a:buClr>
                <a:schemeClr val="dk1"/>
              </a:buClr>
              <a:buSzPts val="1900"/>
              <a:buFont typeface="Times New Roman"/>
              <a:buChar char="•"/>
              <a:defRPr sz="1900"/>
            </a:lvl3pPr>
            <a:lvl4pPr indent="-336550" lvl="3" marL="1828800" algn="l">
              <a:spcBef>
                <a:spcPts val="340"/>
              </a:spcBef>
              <a:spcAft>
                <a:spcPts val="0"/>
              </a:spcAft>
              <a:buClr>
                <a:schemeClr val="dk1"/>
              </a:buClr>
              <a:buSzPts val="1700"/>
              <a:buFont typeface="Times New Roman"/>
              <a:buChar char="–"/>
              <a:defRPr sz="1700"/>
            </a:lvl4pPr>
            <a:lvl5pPr indent="-336550" lvl="4" marL="2286000" algn="l">
              <a:spcBef>
                <a:spcPts val="340"/>
              </a:spcBef>
              <a:spcAft>
                <a:spcPts val="0"/>
              </a:spcAft>
              <a:buClr>
                <a:schemeClr val="dk1"/>
              </a:buClr>
              <a:buSzPts val="1700"/>
              <a:buFont typeface="Times New Roman"/>
              <a:buChar char="•"/>
              <a:defRPr sz="1700"/>
            </a:lvl5pPr>
            <a:lvl6pPr indent="-336550" lvl="5" marL="2743200" algn="l">
              <a:spcBef>
                <a:spcPts val="340"/>
              </a:spcBef>
              <a:spcAft>
                <a:spcPts val="0"/>
              </a:spcAft>
              <a:buClr>
                <a:schemeClr val="dk1"/>
              </a:buClr>
              <a:buSzPts val="1700"/>
              <a:buFont typeface="Times New Roman"/>
              <a:buChar char="•"/>
              <a:defRPr sz="1700"/>
            </a:lvl6pPr>
            <a:lvl7pPr indent="-336550" lvl="6" marL="3200400" algn="l">
              <a:spcBef>
                <a:spcPts val="340"/>
              </a:spcBef>
              <a:spcAft>
                <a:spcPts val="0"/>
              </a:spcAft>
              <a:buClr>
                <a:schemeClr val="dk1"/>
              </a:buClr>
              <a:buSzPts val="1700"/>
              <a:buFont typeface="Times New Roman"/>
              <a:buChar char="•"/>
              <a:defRPr sz="1700"/>
            </a:lvl7pPr>
            <a:lvl8pPr indent="-336550" lvl="7" marL="3657600" algn="l">
              <a:spcBef>
                <a:spcPts val="340"/>
              </a:spcBef>
              <a:spcAft>
                <a:spcPts val="0"/>
              </a:spcAft>
              <a:buClr>
                <a:schemeClr val="dk1"/>
              </a:buClr>
              <a:buSzPts val="1700"/>
              <a:buFont typeface="Times New Roman"/>
              <a:buChar char="•"/>
              <a:defRPr sz="1700"/>
            </a:lvl8pPr>
            <a:lvl9pPr indent="-336550" lvl="8" marL="4114800" algn="l">
              <a:spcBef>
                <a:spcPts val="340"/>
              </a:spcBef>
              <a:spcAft>
                <a:spcPts val="0"/>
              </a:spcAft>
              <a:buClr>
                <a:schemeClr val="dk1"/>
              </a:buClr>
              <a:buSzPts val="1700"/>
              <a:buFont typeface="Times New Roman"/>
              <a:buChar char="•"/>
              <a:defRPr sz="1700"/>
            </a:lvl9pPr>
          </a:lstStyle>
          <a:p/>
        </p:txBody>
      </p:sp>
      <p:sp>
        <p:nvSpPr>
          <p:cNvPr id="39" name="Google Shape;39;p7"/>
          <p:cNvSpPr txBox="1"/>
          <p:nvPr>
            <p:ph idx="2" type="body"/>
          </p:nvPr>
        </p:nvSpPr>
        <p:spPr>
          <a:xfrm>
            <a:off x="15102736" y="12281571"/>
            <a:ext cx="12707860" cy="25501646"/>
          </a:xfrm>
          <a:prstGeom prst="rect">
            <a:avLst/>
          </a:prstGeom>
          <a:noFill/>
          <a:ln>
            <a:noFill/>
          </a:ln>
        </p:spPr>
        <p:txBody>
          <a:bodyPr anchorCtr="0" anchor="t" bIns="197450" lIns="394925" spcFirstLastPara="1" rIns="394925" wrap="square" tIns="197450">
            <a:noAutofit/>
          </a:bodyPr>
          <a:lstStyle>
            <a:lvl1pPr indent="-393700" lvl="0" marL="457200" algn="l">
              <a:spcBef>
                <a:spcPts val="520"/>
              </a:spcBef>
              <a:spcAft>
                <a:spcPts val="0"/>
              </a:spcAft>
              <a:buClr>
                <a:schemeClr val="dk1"/>
              </a:buClr>
              <a:buSzPts val="2600"/>
              <a:buFont typeface="Times New Roman"/>
              <a:buChar char="•"/>
              <a:defRPr sz="2600"/>
            </a:lvl1pPr>
            <a:lvl2pPr indent="-368300" lvl="1" marL="914400" algn="l">
              <a:spcBef>
                <a:spcPts val="440"/>
              </a:spcBef>
              <a:spcAft>
                <a:spcPts val="0"/>
              </a:spcAft>
              <a:buClr>
                <a:schemeClr val="dk1"/>
              </a:buClr>
              <a:buSzPts val="2200"/>
              <a:buFont typeface="Times New Roman"/>
              <a:buChar char="–"/>
              <a:defRPr sz="2200"/>
            </a:lvl2pPr>
            <a:lvl3pPr indent="-349250" lvl="2" marL="1371600" algn="l">
              <a:spcBef>
                <a:spcPts val="380"/>
              </a:spcBef>
              <a:spcAft>
                <a:spcPts val="0"/>
              </a:spcAft>
              <a:buClr>
                <a:schemeClr val="dk1"/>
              </a:buClr>
              <a:buSzPts val="1900"/>
              <a:buFont typeface="Times New Roman"/>
              <a:buChar char="•"/>
              <a:defRPr sz="1900"/>
            </a:lvl3pPr>
            <a:lvl4pPr indent="-336550" lvl="3" marL="1828800" algn="l">
              <a:spcBef>
                <a:spcPts val="340"/>
              </a:spcBef>
              <a:spcAft>
                <a:spcPts val="0"/>
              </a:spcAft>
              <a:buClr>
                <a:schemeClr val="dk1"/>
              </a:buClr>
              <a:buSzPts val="1700"/>
              <a:buFont typeface="Times New Roman"/>
              <a:buChar char="–"/>
              <a:defRPr sz="1700"/>
            </a:lvl4pPr>
            <a:lvl5pPr indent="-336550" lvl="4" marL="2286000" algn="l">
              <a:spcBef>
                <a:spcPts val="340"/>
              </a:spcBef>
              <a:spcAft>
                <a:spcPts val="0"/>
              </a:spcAft>
              <a:buClr>
                <a:schemeClr val="dk1"/>
              </a:buClr>
              <a:buSzPts val="1700"/>
              <a:buFont typeface="Times New Roman"/>
              <a:buChar char="•"/>
              <a:defRPr sz="1700"/>
            </a:lvl5pPr>
            <a:lvl6pPr indent="-336550" lvl="5" marL="2743200" algn="l">
              <a:spcBef>
                <a:spcPts val="340"/>
              </a:spcBef>
              <a:spcAft>
                <a:spcPts val="0"/>
              </a:spcAft>
              <a:buClr>
                <a:schemeClr val="dk1"/>
              </a:buClr>
              <a:buSzPts val="1700"/>
              <a:buFont typeface="Times New Roman"/>
              <a:buChar char="•"/>
              <a:defRPr sz="1700"/>
            </a:lvl6pPr>
            <a:lvl7pPr indent="-336550" lvl="6" marL="3200400" algn="l">
              <a:spcBef>
                <a:spcPts val="340"/>
              </a:spcBef>
              <a:spcAft>
                <a:spcPts val="0"/>
              </a:spcAft>
              <a:buClr>
                <a:schemeClr val="dk1"/>
              </a:buClr>
              <a:buSzPts val="1700"/>
              <a:buFont typeface="Times New Roman"/>
              <a:buChar char="•"/>
              <a:defRPr sz="1700"/>
            </a:lvl7pPr>
            <a:lvl8pPr indent="-336550" lvl="7" marL="3657600" algn="l">
              <a:spcBef>
                <a:spcPts val="340"/>
              </a:spcBef>
              <a:spcAft>
                <a:spcPts val="0"/>
              </a:spcAft>
              <a:buClr>
                <a:schemeClr val="dk1"/>
              </a:buClr>
              <a:buSzPts val="1700"/>
              <a:buFont typeface="Times New Roman"/>
              <a:buChar char="•"/>
              <a:defRPr sz="1700"/>
            </a:lvl8pPr>
            <a:lvl9pPr indent="-336550" lvl="8" marL="4114800" algn="l">
              <a:spcBef>
                <a:spcPts val="340"/>
              </a:spcBef>
              <a:spcAft>
                <a:spcPts val="0"/>
              </a:spcAft>
              <a:buClr>
                <a:schemeClr val="dk1"/>
              </a:buClr>
              <a:buSzPts val="1700"/>
              <a:buFont typeface="Times New Roman"/>
              <a:buChar char="•"/>
              <a:defRPr sz="1700"/>
            </a:lvl9pPr>
          </a:lstStyle>
          <a:p/>
        </p:txBody>
      </p:sp>
      <p:sp>
        <p:nvSpPr>
          <p:cNvPr id="40" name="Google Shape;40;p7"/>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7"/>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algn="r">
              <a:spcBef>
                <a:spcPts val="0"/>
              </a:spcBef>
              <a:spcAft>
                <a:spcPts val="0"/>
              </a:spcAft>
              <a:buNone/>
              <a:defRPr sz="61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61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61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61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61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61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61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61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61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8"/>
          <p:cNvSpPr txBox="1"/>
          <p:nvPr>
            <p:ph type="title"/>
          </p:nvPr>
        </p:nvSpPr>
        <p:spPr>
          <a:xfrm>
            <a:off x="1503794" y="1701682"/>
            <a:ext cx="27056489" cy="7083709"/>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8"/>
          <p:cNvSpPr txBox="1"/>
          <p:nvPr>
            <p:ph idx="1" type="body"/>
          </p:nvPr>
        </p:nvSpPr>
        <p:spPr>
          <a:xfrm>
            <a:off x="1503794" y="9514682"/>
            <a:ext cx="13282277" cy="3964697"/>
          </a:xfrm>
          <a:prstGeom prst="rect">
            <a:avLst/>
          </a:prstGeom>
          <a:noFill/>
          <a:ln>
            <a:noFill/>
          </a:ln>
        </p:spPr>
        <p:txBody>
          <a:bodyPr anchorCtr="0" anchor="b" bIns="197450" lIns="394925" spcFirstLastPara="1" rIns="394925" wrap="square" tIns="197450">
            <a:noAutofit/>
          </a:bodyPr>
          <a:lstStyle>
            <a:lvl1pPr indent="-228600" lvl="0" marL="457200" algn="l">
              <a:spcBef>
                <a:spcPts val="440"/>
              </a:spcBef>
              <a:spcAft>
                <a:spcPts val="0"/>
              </a:spcAft>
              <a:buClr>
                <a:schemeClr val="dk1"/>
              </a:buClr>
              <a:buSzPts val="2200"/>
              <a:buFont typeface="Times New Roman"/>
              <a:buNone/>
              <a:defRPr b="1" sz="2200"/>
            </a:lvl1pPr>
            <a:lvl2pPr indent="-228600" lvl="1" marL="914400" algn="l">
              <a:spcBef>
                <a:spcPts val="380"/>
              </a:spcBef>
              <a:spcAft>
                <a:spcPts val="0"/>
              </a:spcAft>
              <a:buClr>
                <a:schemeClr val="dk1"/>
              </a:buClr>
              <a:buSzPts val="1900"/>
              <a:buFont typeface="Times New Roman"/>
              <a:buNone/>
              <a:defRPr b="1" sz="1900"/>
            </a:lvl2pPr>
            <a:lvl3pPr indent="-228600" lvl="2" marL="1371600" algn="l">
              <a:spcBef>
                <a:spcPts val="340"/>
              </a:spcBef>
              <a:spcAft>
                <a:spcPts val="0"/>
              </a:spcAft>
              <a:buClr>
                <a:schemeClr val="dk1"/>
              </a:buClr>
              <a:buSzPts val="1700"/>
              <a:buFont typeface="Times New Roman"/>
              <a:buNone/>
              <a:defRPr b="1" sz="1700"/>
            </a:lvl3pPr>
            <a:lvl4pPr indent="-228600" lvl="3" marL="1828800" algn="l">
              <a:spcBef>
                <a:spcPts val="300"/>
              </a:spcBef>
              <a:spcAft>
                <a:spcPts val="0"/>
              </a:spcAft>
              <a:buClr>
                <a:schemeClr val="dk1"/>
              </a:buClr>
              <a:buSzPts val="1500"/>
              <a:buFont typeface="Times New Roman"/>
              <a:buNone/>
              <a:defRPr b="1" sz="1500"/>
            </a:lvl4pPr>
            <a:lvl5pPr indent="-228600" lvl="4" marL="2286000" algn="l">
              <a:spcBef>
                <a:spcPts val="300"/>
              </a:spcBef>
              <a:spcAft>
                <a:spcPts val="0"/>
              </a:spcAft>
              <a:buClr>
                <a:schemeClr val="dk1"/>
              </a:buClr>
              <a:buSzPts val="1500"/>
              <a:buFont typeface="Times New Roman"/>
              <a:buNone/>
              <a:defRPr b="1" sz="1500"/>
            </a:lvl5pPr>
            <a:lvl6pPr indent="-228600" lvl="5" marL="2743200" algn="l">
              <a:spcBef>
                <a:spcPts val="300"/>
              </a:spcBef>
              <a:spcAft>
                <a:spcPts val="0"/>
              </a:spcAft>
              <a:buClr>
                <a:schemeClr val="dk1"/>
              </a:buClr>
              <a:buSzPts val="1500"/>
              <a:buFont typeface="Times New Roman"/>
              <a:buNone/>
              <a:defRPr b="1" sz="1500"/>
            </a:lvl6pPr>
            <a:lvl7pPr indent="-228600" lvl="6" marL="3200400" algn="l">
              <a:spcBef>
                <a:spcPts val="300"/>
              </a:spcBef>
              <a:spcAft>
                <a:spcPts val="0"/>
              </a:spcAft>
              <a:buClr>
                <a:schemeClr val="dk1"/>
              </a:buClr>
              <a:buSzPts val="1500"/>
              <a:buFont typeface="Times New Roman"/>
              <a:buNone/>
              <a:defRPr b="1" sz="1500"/>
            </a:lvl7pPr>
            <a:lvl8pPr indent="-228600" lvl="7" marL="3657600" algn="l">
              <a:spcBef>
                <a:spcPts val="300"/>
              </a:spcBef>
              <a:spcAft>
                <a:spcPts val="0"/>
              </a:spcAft>
              <a:buClr>
                <a:schemeClr val="dk1"/>
              </a:buClr>
              <a:buSzPts val="1500"/>
              <a:buFont typeface="Times New Roman"/>
              <a:buNone/>
              <a:defRPr b="1" sz="1500"/>
            </a:lvl8pPr>
            <a:lvl9pPr indent="-228600" lvl="8" marL="4114800" algn="l">
              <a:spcBef>
                <a:spcPts val="300"/>
              </a:spcBef>
              <a:spcAft>
                <a:spcPts val="0"/>
              </a:spcAft>
              <a:buClr>
                <a:schemeClr val="dk1"/>
              </a:buClr>
              <a:buSzPts val="1500"/>
              <a:buFont typeface="Times New Roman"/>
              <a:buNone/>
              <a:defRPr b="1" sz="1500"/>
            </a:lvl9pPr>
          </a:lstStyle>
          <a:p/>
        </p:txBody>
      </p:sp>
      <p:sp>
        <p:nvSpPr>
          <p:cNvPr id="46" name="Google Shape;46;p8"/>
          <p:cNvSpPr txBox="1"/>
          <p:nvPr>
            <p:ph idx="2" type="body"/>
          </p:nvPr>
        </p:nvSpPr>
        <p:spPr>
          <a:xfrm>
            <a:off x="1503794" y="13479379"/>
            <a:ext cx="13282277" cy="24488003"/>
          </a:xfrm>
          <a:prstGeom prst="rect">
            <a:avLst/>
          </a:prstGeom>
          <a:noFill/>
          <a:ln>
            <a:noFill/>
          </a:ln>
        </p:spPr>
        <p:txBody>
          <a:bodyPr anchorCtr="0" anchor="t" bIns="197450" lIns="394925" spcFirstLastPara="1" rIns="394925" wrap="square" tIns="197450">
            <a:noAutofit/>
          </a:bodyPr>
          <a:lstStyle>
            <a:lvl1pPr indent="-368300" lvl="0" marL="457200" algn="l">
              <a:spcBef>
                <a:spcPts val="440"/>
              </a:spcBef>
              <a:spcAft>
                <a:spcPts val="0"/>
              </a:spcAft>
              <a:buClr>
                <a:schemeClr val="dk1"/>
              </a:buClr>
              <a:buSzPts val="2200"/>
              <a:buFont typeface="Times New Roman"/>
              <a:buChar char="•"/>
              <a:defRPr sz="2200"/>
            </a:lvl1pPr>
            <a:lvl2pPr indent="-349250" lvl="1" marL="914400" algn="l">
              <a:spcBef>
                <a:spcPts val="380"/>
              </a:spcBef>
              <a:spcAft>
                <a:spcPts val="0"/>
              </a:spcAft>
              <a:buClr>
                <a:schemeClr val="dk1"/>
              </a:buClr>
              <a:buSzPts val="1900"/>
              <a:buFont typeface="Times New Roman"/>
              <a:buChar char="–"/>
              <a:defRPr sz="1900"/>
            </a:lvl2pPr>
            <a:lvl3pPr indent="-336550" lvl="2" marL="1371600" algn="l">
              <a:spcBef>
                <a:spcPts val="340"/>
              </a:spcBef>
              <a:spcAft>
                <a:spcPts val="0"/>
              </a:spcAft>
              <a:buClr>
                <a:schemeClr val="dk1"/>
              </a:buClr>
              <a:buSzPts val="1700"/>
              <a:buFont typeface="Times New Roman"/>
              <a:buChar char="•"/>
              <a:defRPr sz="1700"/>
            </a:lvl3pPr>
            <a:lvl4pPr indent="-323850" lvl="3" marL="1828800" algn="l">
              <a:spcBef>
                <a:spcPts val="300"/>
              </a:spcBef>
              <a:spcAft>
                <a:spcPts val="0"/>
              </a:spcAft>
              <a:buClr>
                <a:schemeClr val="dk1"/>
              </a:buClr>
              <a:buSzPts val="1500"/>
              <a:buFont typeface="Times New Roman"/>
              <a:buChar char="–"/>
              <a:defRPr sz="1500"/>
            </a:lvl4pPr>
            <a:lvl5pPr indent="-323850" lvl="4" marL="2286000" algn="l">
              <a:spcBef>
                <a:spcPts val="300"/>
              </a:spcBef>
              <a:spcAft>
                <a:spcPts val="0"/>
              </a:spcAft>
              <a:buClr>
                <a:schemeClr val="dk1"/>
              </a:buClr>
              <a:buSzPts val="1500"/>
              <a:buFont typeface="Times New Roman"/>
              <a:buChar char="•"/>
              <a:defRPr sz="1500"/>
            </a:lvl5pPr>
            <a:lvl6pPr indent="-323850" lvl="5" marL="2743200" algn="l">
              <a:spcBef>
                <a:spcPts val="300"/>
              </a:spcBef>
              <a:spcAft>
                <a:spcPts val="0"/>
              </a:spcAft>
              <a:buClr>
                <a:schemeClr val="dk1"/>
              </a:buClr>
              <a:buSzPts val="1500"/>
              <a:buFont typeface="Times New Roman"/>
              <a:buChar char="•"/>
              <a:defRPr sz="1500"/>
            </a:lvl6pPr>
            <a:lvl7pPr indent="-323850" lvl="6" marL="3200400" algn="l">
              <a:spcBef>
                <a:spcPts val="300"/>
              </a:spcBef>
              <a:spcAft>
                <a:spcPts val="0"/>
              </a:spcAft>
              <a:buClr>
                <a:schemeClr val="dk1"/>
              </a:buClr>
              <a:buSzPts val="1500"/>
              <a:buFont typeface="Times New Roman"/>
              <a:buChar char="•"/>
              <a:defRPr sz="1500"/>
            </a:lvl7pPr>
            <a:lvl8pPr indent="-323850" lvl="7" marL="3657600" algn="l">
              <a:spcBef>
                <a:spcPts val="300"/>
              </a:spcBef>
              <a:spcAft>
                <a:spcPts val="0"/>
              </a:spcAft>
              <a:buClr>
                <a:schemeClr val="dk1"/>
              </a:buClr>
              <a:buSzPts val="1500"/>
              <a:buFont typeface="Times New Roman"/>
              <a:buChar char="•"/>
              <a:defRPr sz="1500"/>
            </a:lvl8pPr>
            <a:lvl9pPr indent="-323850" lvl="8" marL="4114800" algn="l">
              <a:spcBef>
                <a:spcPts val="300"/>
              </a:spcBef>
              <a:spcAft>
                <a:spcPts val="0"/>
              </a:spcAft>
              <a:buClr>
                <a:schemeClr val="dk1"/>
              </a:buClr>
              <a:buSzPts val="1500"/>
              <a:buFont typeface="Times New Roman"/>
              <a:buChar char="•"/>
              <a:defRPr sz="1500"/>
            </a:lvl9pPr>
          </a:lstStyle>
          <a:p/>
        </p:txBody>
      </p:sp>
      <p:sp>
        <p:nvSpPr>
          <p:cNvPr id="47" name="Google Shape;47;p8"/>
          <p:cNvSpPr txBox="1"/>
          <p:nvPr>
            <p:ph idx="3" type="body"/>
          </p:nvPr>
        </p:nvSpPr>
        <p:spPr>
          <a:xfrm>
            <a:off x="15272116" y="9514682"/>
            <a:ext cx="13288168" cy="3964697"/>
          </a:xfrm>
          <a:prstGeom prst="rect">
            <a:avLst/>
          </a:prstGeom>
          <a:noFill/>
          <a:ln>
            <a:noFill/>
          </a:ln>
        </p:spPr>
        <p:txBody>
          <a:bodyPr anchorCtr="0" anchor="b" bIns="197450" lIns="394925" spcFirstLastPara="1" rIns="394925" wrap="square" tIns="197450">
            <a:noAutofit/>
          </a:bodyPr>
          <a:lstStyle>
            <a:lvl1pPr indent="-228600" lvl="0" marL="457200" algn="l">
              <a:spcBef>
                <a:spcPts val="440"/>
              </a:spcBef>
              <a:spcAft>
                <a:spcPts val="0"/>
              </a:spcAft>
              <a:buClr>
                <a:schemeClr val="dk1"/>
              </a:buClr>
              <a:buSzPts val="2200"/>
              <a:buFont typeface="Times New Roman"/>
              <a:buNone/>
              <a:defRPr b="1" sz="2200"/>
            </a:lvl1pPr>
            <a:lvl2pPr indent="-228600" lvl="1" marL="914400" algn="l">
              <a:spcBef>
                <a:spcPts val="380"/>
              </a:spcBef>
              <a:spcAft>
                <a:spcPts val="0"/>
              </a:spcAft>
              <a:buClr>
                <a:schemeClr val="dk1"/>
              </a:buClr>
              <a:buSzPts val="1900"/>
              <a:buFont typeface="Times New Roman"/>
              <a:buNone/>
              <a:defRPr b="1" sz="1900"/>
            </a:lvl2pPr>
            <a:lvl3pPr indent="-228600" lvl="2" marL="1371600" algn="l">
              <a:spcBef>
                <a:spcPts val="340"/>
              </a:spcBef>
              <a:spcAft>
                <a:spcPts val="0"/>
              </a:spcAft>
              <a:buClr>
                <a:schemeClr val="dk1"/>
              </a:buClr>
              <a:buSzPts val="1700"/>
              <a:buFont typeface="Times New Roman"/>
              <a:buNone/>
              <a:defRPr b="1" sz="1700"/>
            </a:lvl3pPr>
            <a:lvl4pPr indent="-228600" lvl="3" marL="1828800" algn="l">
              <a:spcBef>
                <a:spcPts val="300"/>
              </a:spcBef>
              <a:spcAft>
                <a:spcPts val="0"/>
              </a:spcAft>
              <a:buClr>
                <a:schemeClr val="dk1"/>
              </a:buClr>
              <a:buSzPts val="1500"/>
              <a:buFont typeface="Times New Roman"/>
              <a:buNone/>
              <a:defRPr b="1" sz="1500"/>
            </a:lvl4pPr>
            <a:lvl5pPr indent="-228600" lvl="4" marL="2286000" algn="l">
              <a:spcBef>
                <a:spcPts val="300"/>
              </a:spcBef>
              <a:spcAft>
                <a:spcPts val="0"/>
              </a:spcAft>
              <a:buClr>
                <a:schemeClr val="dk1"/>
              </a:buClr>
              <a:buSzPts val="1500"/>
              <a:buFont typeface="Times New Roman"/>
              <a:buNone/>
              <a:defRPr b="1" sz="1500"/>
            </a:lvl5pPr>
            <a:lvl6pPr indent="-228600" lvl="5" marL="2743200" algn="l">
              <a:spcBef>
                <a:spcPts val="300"/>
              </a:spcBef>
              <a:spcAft>
                <a:spcPts val="0"/>
              </a:spcAft>
              <a:buClr>
                <a:schemeClr val="dk1"/>
              </a:buClr>
              <a:buSzPts val="1500"/>
              <a:buFont typeface="Times New Roman"/>
              <a:buNone/>
              <a:defRPr b="1" sz="1500"/>
            </a:lvl6pPr>
            <a:lvl7pPr indent="-228600" lvl="6" marL="3200400" algn="l">
              <a:spcBef>
                <a:spcPts val="300"/>
              </a:spcBef>
              <a:spcAft>
                <a:spcPts val="0"/>
              </a:spcAft>
              <a:buClr>
                <a:schemeClr val="dk1"/>
              </a:buClr>
              <a:buSzPts val="1500"/>
              <a:buFont typeface="Times New Roman"/>
              <a:buNone/>
              <a:defRPr b="1" sz="1500"/>
            </a:lvl7pPr>
            <a:lvl8pPr indent="-228600" lvl="7" marL="3657600" algn="l">
              <a:spcBef>
                <a:spcPts val="300"/>
              </a:spcBef>
              <a:spcAft>
                <a:spcPts val="0"/>
              </a:spcAft>
              <a:buClr>
                <a:schemeClr val="dk1"/>
              </a:buClr>
              <a:buSzPts val="1500"/>
              <a:buFont typeface="Times New Roman"/>
              <a:buNone/>
              <a:defRPr b="1" sz="1500"/>
            </a:lvl8pPr>
            <a:lvl9pPr indent="-228600" lvl="8" marL="4114800" algn="l">
              <a:spcBef>
                <a:spcPts val="300"/>
              </a:spcBef>
              <a:spcAft>
                <a:spcPts val="0"/>
              </a:spcAft>
              <a:buClr>
                <a:schemeClr val="dk1"/>
              </a:buClr>
              <a:buSzPts val="1500"/>
              <a:buFont typeface="Times New Roman"/>
              <a:buNone/>
              <a:defRPr b="1" sz="1500"/>
            </a:lvl9pPr>
          </a:lstStyle>
          <a:p/>
        </p:txBody>
      </p:sp>
      <p:sp>
        <p:nvSpPr>
          <p:cNvPr id="48" name="Google Shape;48;p8"/>
          <p:cNvSpPr txBox="1"/>
          <p:nvPr>
            <p:ph idx="4" type="body"/>
          </p:nvPr>
        </p:nvSpPr>
        <p:spPr>
          <a:xfrm>
            <a:off x="15272116" y="13479379"/>
            <a:ext cx="13288168" cy="24488003"/>
          </a:xfrm>
          <a:prstGeom prst="rect">
            <a:avLst/>
          </a:prstGeom>
          <a:noFill/>
          <a:ln>
            <a:noFill/>
          </a:ln>
        </p:spPr>
        <p:txBody>
          <a:bodyPr anchorCtr="0" anchor="t" bIns="197450" lIns="394925" spcFirstLastPara="1" rIns="394925" wrap="square" tIns="197450">
            <a:noAutofit/>
          </a:bodyPr>
          <a:lstStyle>
            <a:lvl1pPr indent="-368300" lvl="0" marL="457200" algn="l">
              <a:spcBef>
                <a:spcPts val="440"/>
              </a:spcBef>
              <a:spcAft>
                <a:spcPts val="0"/>
              </a:spcAft>
              <a:buClr>
                <a:schemeClr val="dk1"/>
              </a:buClr>
              <a:buSzPts val="2200"/>
              <a:buFont typeface="Times New Roman"/>
              <a:buChar char="•"/>
              <a:defRPr sz="2200"/>
            </a:lvl1pPr>
            <a:lvl2pPr indent="-349250" lvl="1" marL="914400" algn="l">
              <a:spcBef>
                <a:spcPts val="380"/>
              </a:spcBef>
              <a:spcAft>
                <a:spcPts val="0"/>
              </a:spcAft>
              <a:buClr>
                <a:schemeClr val="dk1"/>
              </a:buClr>
              <a:buSzPts val="1900"/>
              <a:buFont typeface="Times New Roman"/>
              <a:buChar char="–"/>
              <a:defRPr sz="1900"/>
            </a:lvl2pPr>
            <a:lvl3pPr indent="-336550" lvl="2" marL="1371600" algn="l">
              <a:spcBef>
                <a:spcPts val="340"/>
              </a:spcBef>
              <a:spcAft>
                <a:spcPts val="0"/>
              </a:spcAft>
              <a:buClr>
                <a:schemeClr val="dk1"/>
              </a:buClr>
              <a:buSzPts val="1700"/>
              <a:buFont typeface="Times New Roman"/>
              <a:buChar char="•"/>
              <a:defRPr sz="1700"/>
            </a:lvl3pPr>
            <a:lvl4pPr indent="-323850" lvl="3" marL="1828800" algn="l">
              <a:spcBef>
                <a:spcPts val="300"/>
              </a:spcBef>
              <a:spcAft>
                <a:spcPts val="0"/>
              </a:spcAft>
              <a:buClr>
                <a:schemeClr val="dk1"/>
              </a:buClr>
              <a:buSzPts val="1500"/>
              <a:buFont typeface="Times New Roman"/>
              <a:buChar char="–"/>
              <a:defRPr sz="1500"/>
            </a:lvl4pPr>
            <a:lvl5pPr indent="-323850" lvl="4" marL="2286000" algn="l">
              <a:spcBef>
                <a:spcPts val="300"/>
              </a:spcBef>
              <a:spcAft>
                <a:spcPts val="0"/>
              </a:spcAft>
              <a:buClr>
                <a:schemeClr val="dk1"/>
              </a:buClr>
              <a:buSzPts val="1500"/>
              <a:buFont typeface="Times New Roman"/>
              <a:buChar char="•"/>
              <a:defRPr sz="1500"/>
            </a:lvl5pPr>
            <a:lvl6pPr indent="-323850" lvl="5" marL="2743200" algn="l">
              <a:spcBef>
                <a:spcPts val="300"/>
              </a:spcBef>
              <a:spcAft>
                <a:spcPts val="0"/>
              </a:spcAft>
              <a:buClr>
                <a:schemeClr val="dk1"/>
              </a:buClr>
              <a:buSzPts val="1500"/>
              <a:buFont typeface="Times New Roman"/>
              <a:buChar char="•"/>
              <a:defRPr sz="1500"/>
            </a:lvl6pPr>
            <a:lvl7pPr indent="-323850" lvl="6" marL="3200400" algn="l">
              <a:spcBef>
                <a:spcPts val="300"/>
              </a:spcBef>
              <a:spcAft>
                <a:spcPts val="0"/>
              </a:spcAft>
              <a:buClr>
                <a:schemeClr val="dk1"/>
              </a:buClr>
              <a:buSzPts val="1500"/>
              <a:buFont typeface="Times New Roman"/>
              <a:buChar char="•"/>
              <a:defRPr sz="1500"/>
            </a:lvl7pPr>
            <a:lvl8pPr indent="-323850" lvl="7" marL="3657600" algn="l">
              <a:spcBef>
                <a:spcPts val="300"/>
              </a:spcBef>
              <a:spcAft>
                <a:spcPts val="0"/>
              </a:spcAft>
              <a:buClr>
                <a:schemeClr val="dk1"/>
              </a:buClr>
              <a:buSzPts val="1500"/>
              <a:buFont typeface="Times New Roman"/>
              <a:buChar char="•"/>
              <a:defRPr sz="1500"/>
            </a:lvl8pPr>
            <a:lvl9pPr indent="-323850" lvl="8" marL="4114800" algn="l">
              <a:spcBef>
                <a:spcPts val="300"/>
              </a:spcBef>
              <a:spcAft>
                <a:spcPts val="0"/>
              </a:spcAft>
              <a:buClr>
                <a:schemeClr val="dk1"/>
              </a:buClr>
              <a:buSzPts val="1500"/>
              <a:buFont typeface="Times New Roman"/>
              <a:buChar char="•"/>
              <a:defRPr sz="1500"/>
            </a:lvl9pPr>
          </a:lstStyle>
          <a:p/>
        </p:txBody>
      </p:sp>
      <p:sp>
        <p:nvSpPr>
          <p:cNvPr id="49" name="Google Shape;49;p8"/>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algn="r">
              <a:spcBef>
                <a:spcPts val="0"/>
              </a:spcBef>
              <a:spcAft>
                <a:spcPts val="0"/>
              </a:spcAft>
              <a:buNone/>
              <a:defRPr sz="61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61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61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61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61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61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61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61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61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9"/>
          <p:cNvSpPr txBox="1"/>
          <p:nvPr>
            <p:ph type="title"/>
          </p:nvPr>
        </p:nvSpPr>
        <p:spPr>
          <a:xfrm>
            <a:off x="2253480" y="3780532"/>
            <a:ext cx="25557115" cy="7083709"/>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9"/>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algn="r">
              <a:spcBef>
                <a:spcPts val="0"/>
              </a:spcBef>
              <a:spcAft>
                <a:spcPts val="0"/>
              </a:spcAft>
              <a:buNone/>
              <a:defRPr sz="61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61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61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61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61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61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61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61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61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1503794" y="1692843"/>
            <a:ext cx="9890273" cy="7201574"/>
          </a:xfrm>
          <a:prstGeom prst="rect">
            <a:avLst/>
          </a:prstGeom>
          <a:noFill/>
          <a:ln>
            <a:noFill/>
          </a:ln>
        </p:spPr>
        <p:txBody>
          <a:bodyPr anchorCtr="0" anchor="b" bIns="197450" lIns="394925" spcFirstLastPara="1" rIns="394925" wrap="square" tIns="197450">
            <a:noAutofit/>
          </a:bodyPr>
          <a:lstStyle>
            <a:lvl1pPr lvl="0" algn="l">
              <a:spcBef>
                <a:spcPts val="0"/>
              </a:spcBef>
              <a:spcAft>
                <a:spcPts val="0"/>
              </a:spcAft>
              <a:buSzPts val="1400"/>
              <a:buNone/>
              <a:defRPr b="1" sz="19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10"/>
          <p:cNvSpPr txBox="1"/>
          <p:nvPr>
            <p:ph idx="1" type="body"/>
          </p:nvPr>
        </p:nvSpPr>
        <p:spPr>
          <a:xfrm>
            <a:off x="11754920" y="1692843"/>
            <a:ext cx="16805364" cy="36274539"/>
          </a:xfrm>
          <a:prstGeom prst="rect">
            <a:avLst/>
          </a:prstGeom>
          <a:noFill/>
          <a:ln>
            <a:noFill/>
          </a:ln>
        </p:spPr>
        <p:txBody>
          <a:bodyPr anchorCtr="0" anchor="t" bIns="197450" lIns="394925" spcFirstLastPara="1" rIns="394925" wrap="square" tIns="197450">
            <a:noAutofit/>
          </a:bodyPr>
          <a:lstStyle>
            <a:lvl1pPr indent="-419100" lvl="0" marL="457200" algn="l">
              <a:spcBef>
                <a:spcPts val="600"/>
              </a:spcBef>
              <a:spcAft>
                <a:spcPts val="0"/>
              </a:spcAft>
              <a:buClr>
                <a:schemeClr val="dk1"/>
              </a:buClr>
              <a:buSzPts val="3000"/>
              <a:buFont typeface="Times New Roman"/>
              <a:buChar char="•"/>
              <a:defRPr sz="3000"/>
            </a:lvl1pPr>
            <a:lvl2pPr indent="-393700" lvl="1" marL="914400" algn="l">
              <a:spcBef>
                <a:spcPts val="520"/>
              </a:spcBef>
              <a:spcAft>
                <a:spcPts val="0"/>
              </a:spcAft>
              <a:buClr>
                <a:schemeClr val="dk1"/>
              </a:buClr>
              <a:buSzPts val="2600"/>
              <a:buFont typeface="Times New Roman"/>
              <a:buChar char="–"/>
              <a:defRPr sz="2600"/>
            </a:lvl2pPr>
            <a:lvl3pPr indent="-368300" lvl="2" marL="1371600" algn="l">
              <a:spcBef>
                <a:spcPts val="440"/>
              </a:spcBef>
              <a:spcAft>
                <a:spcPts val="0"/>
              </a:spcAft>
              <a:buClr>
                <a:schemeClr val="dk1"/>
              </a:buClr>
              <a:buSzPts val="2200"/>
              <a:buFont typeface="Times New Roman"/>
              <a:buChar char="•"/>
              <a:defRPr sz="2200"/>
            </a:lvl3pPr>
            <a:lvl4pPr indent="-349250" lvl="3" marL="1828800" algn="l">
              <a:spcBef>
                <a:spcPts val="380"/>
              </a:spcBef>
              <a:spcAft>
                <a:spcPts val="0"/>
              </a:spcAft>
              <a:buClr>
                <a:schemeClr val="dk1"/>
              </a:buClr>
              <a:buSzPts val="1900"/>
              <a:buFont typeface="Times New Roman"/>
              <a:buChar char="–"/>
              <a:defRPr sz="1900"/>
            </a:lvl4pPr>
            <a:lvl5pPr indent="-349250" lvl="4" marL="2286000" algn="l">
              <a:spcBef>
                <a:spcPts val="380"/>
              </a:spcBef>
              <a:spcAft>
                <a:spcPts val="0"/>
              </a:spcAft>
              <a:buClr>
                <a:schemeClr val="dk1"/>
              </a:buClr>
              <a:buSzPts val="1900"/>
              <a:buFont typeface="Times New Roman"/>
              <a:buChar char="•"/>
              <a:defRPr sz="1900"/>
            </a:lvl5pPr>
            <a:lvl6pPr indent="-349250" lvl="5" marL="2743200" algn="l">
              <a:spcBef>
                <a:spcPts val="380"/>
              </a:spcBef>
              <a:spcAft>
                <a:spcPts val="0"/>
              </a:spcAft>
              <a:buClr>
                <a:schemeClr val="dk1"/>
              </a:buClr>
              <a:buSzPts val="1900"/>
              <a:buFont typeface="Times New Roman"/>
              <a:buChar char="•"/>
              <a:defRPr sz="1900"/>
            </a:lvl6pPr>
            <a:lvl7pPr indent="-349250" lvl="6" marL="3200400" algn="l">
              <a:spcBef>
                <a:spcPts val="380"/>
              </a:spcBef>
              <a:spcAft>
                <a:spcPts val="0"/>
              </a:spcAft>
              <a:buClr>
                <a:schemeClr val="dk1"/>
              </a:buClr>
              <a:buSzPts val="1900"/>
              <a:buFont typeface="Times New Roman"/>
              <a:buChar char="•"/>
              <a:defRPr sz="1900"/>
            </a:lvl7pPr>
            <a:lvl8pPr indent="-349250" lvl="7" marL="3657600" algn="l">
              <a:spcBef>
                <a:spcPts val="380"/>
              </a:spcBef>
              <a:spcAft>
                <a:spcPts val="0"/>
              </a:spcAft>
              <a:buClr>
                <a:schemeClr val="dk1"/>
              </a:buClr>
              <a:buSzPts val="1900"/>
              <a:buFont typeface="Times New Roman"/>
              <a:buChar char="•"/>
              <a:defRPr sz="1900"/>
            </a:lvl8pPr>
            <a:lvl9pPr indent="-349250" lvl="8" marL="4114800" algn="l">
              <a:spcBef>
                <a:spcPts val="380"/>
              </a:spcBef>
              <a:spcAft>
                <a:spcPts val="0"/>
              </a:spcAft>
              <a:buClr>
                <a:schemeClr val="dk1"/>
              </a:buClr>
              <a:buSzPts val="1900"/>
              <a:buFont typeface="Times New Roman"/>
              <a:buChar char="•"/>
              <a:defRPr sz="1900"/>
            </a:lvl9pPr>
          </a:lstStyle>
          <a:p/>
        </p:txBody>
      </p:sp>
      <p:sp>
        <p:nvSpPr>
          <p:cNvPr id="60" name="Google Shape;60;p10"/>
          <p:cNvSpPr txBox="1"/>
          <p:nvPr>
            <p:ph idx="2" type="body"/>
          </p:nvPr>
        </p:nvSpPr>
        <p:spPr>
          <a:xfrm>
            <a:off x="1503794" y="8894416"/>
            <a:ext cx="9890273" cy="29072966"/>
          </a:xfrm>
          <a:prstGeom prst="rect">
            <a:avLst/>
          </a:prstGeom>
          <a:noFill/>
          <a:ln>
            <a:noFill/>
          </a:ln>
        </p:spPr>
        <p:txBody>
          <a:bodyPr anchorCtr="0" anchor="t" bIns="197450" lIns="394925" spcFirstLastPara="1" rIns="394925" wrap="square" tIns="197450">
            <a:noAutofit/>
          </a:bodyPr>
          <a:lstStyle>
            <a:lvl1pPr indent="-228600" lvl="0" marL="457200" algn="l">
              <a:spcBef>
                <a:spcPts val="260"/>
              </a:spcBef>
              <a:spcAft>
                <a:spcPts val="0"/>
              </a:spcAft>
              <a:buClr>
                <a:schemeClr val="dk1"/>
              </a:buClr>
              <a:buSzPts val="1300"/>
              <a:buFont typeface="Times New Roman"/>
              <a:buNone/>
              <a:defRPr sz="1300"/>
            </a:lvl1pPr>
            <a:lvl2pPr indent="-228600" lvl="1" marL="914400" algn="l">
              <a:spcBef>
                <a:spcPts val="220"/>
              </a:spcBef>
              <a:spcAft>
                <a:spcPts val="0"/>
              </a:spcAft>
              <a:buClr>
                <a:schemeClr val="dk1"/>
              </a:buClr>
              <a:buSzPts val="1100"/>
              <a:buFont typeface="Times New Roman"/>
              <a:buNone/>
              <a:defRPr sz="1100"/>
            </a:lvl2pPr>
            <a:lvl3pPr indent="-228600" lvl="2" marL="1371600" algn="l">
              <a:spcBef>
                <a:spcPts val="180"/>
              </a:spcBef>
              <a:spcAft>
                <a:spcPts val="0"/>
              </a:spcAft>
              <a:buClr>
                <a:schemeClr val="dk1"/>
              </a:buClr>
              <a:buSzPts val="900"/>
              <a:buFont typeface="Times New Roman"/>
              <a:buNone/>
              <a:defRPr sz="900"/>
            </a:lvl3pPr>
            <a:lvl4pPr indent="-228600" lvl="3" marL="1828800" algn="l">
              <a:spcBef>
                <a:spcPts val="160"/>
              </a:spcBef>
              <a:spcAft>
                <a:spcPts val="0"/>
              </a:spcAft>
              <a:buClr>
                <a:schemeClr val="dk1"/>
              </a:buClr>
              <a:buSzPts val="800"/>
              <a:buFont typeface="Times New Roman"/>
              <a:buNone/>
              <a:defRPr sz="800"/>
            </a:lvl4pPr>
            <a:lvl5pPr indent="-228600" lvl="4" marL="2286000" algn="l">
              <a:spcBef>
                <a:spcPts val="160"/>
              </a:spcBef>
              <a:spcAft>
                <a:spcPts val="0"/>
              </a:spcAft>
              <a:buClr>
                <a:schemeClr val="dk1"/>
              </a:buClr>
              <a:buSzPts val="800"/>
              <a:buFont typeface="Times New Roman"/>
              <a:buNone/>
              <a:defRPr sz="800"/>
            </a:lvl5pPr>
            <a:lvl6pPr indent="-228600" lvl="5" marL="2743200" algn="l">
              <a:spcBef>
                <a:spcPts val="160"/>
              </a:spcBef>
              <a:spcAft>
                <a:spcPts val="0"/>
              </a:spcAft>
              <a:buClr>
                <a:schemeClr val="dk1"/>
              </a:buClr>
              <a:buSzPts val="800"/>
              <a:buFont typeface="Times New Roman"/>
              <a:buNone/>
              <a:defRPr sz="800"/>
            </a:lvl6pPr>
            <a:lvl7pPr indent="-228600" lvl="6" marL="3200400" algn="l">
              <a:spcBef>
                <a:spcPts val="160"/>
              </a:spcBef>
              <a:spcAft>
                <a:spcPts val="0"/>
              </a:spcAft>
              <a:buClr>
                <a:schemeClr val="dk1"/>
              </a:buClr>
              <a:buSzPts val="800"/>
              <a:buFont typeface="Times New Roman"/>
              <a:buNone/>
              <a:defRPr sz="800"/>
            </a:lvl7pPr>
            <a:lvl8pPr indent="-228600" lvl="7" marL="3657600" algn="l">
              <a:spcBef>
                <a:spcPts val="160"/>
              </a:spcBef>
              <a:spcAft>
                <a:spcPts val="0"/>
              </a:spcAft>
              <a:buClr>
                <a:schemeClr val="dk1"/>
              </a:buClr>
              <a:buSzPts val="800"/>
              <a:buFont typeface="Times New Roman"/>
              <a:buNone/>
              <a:defRPr sz="800"/>
            </a:lvl8pPr>
            <a:lvl9pPr indent="-228600" lvl="8" marL="4114800" algn="l">
              <a:spcBef>
                <a:spcPts val="160"/>
              </a:spcBef>
              <a:spcAft>
                <a:spcPts val="0"/>
              </a:spcAft>
              <a:buClr>
                <a:schemeClr val="dk1"/>
              </a:buClr>
              <a:buSzPts val="800"/>
              <a:buFont typeface="Times New Roman"/>
              <a:buNone/>
              <a:defRPr sz="800"/>
            </a:lvl9pPr>
          </a:lstStyle>
          <a:p/>
        </p:txBody>
      </p:sp>
      <p:sp>
        <p:nvSpPr>
          <p:cNvPr id="61" name="Google Shape;61;p10"/>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0"/>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algn="r">
              <a:spcBef>
                <a:spcPts val="0"/>
              </a:spcBef>
              <a:spcAft>
                <a:spcPts val="0"/>
              </a:spcAft>
              <a:buNone/>
              <a:defRPr sz="61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61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61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61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61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61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61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61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61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1"/>
          <p:cNvSpPr txBox="1"/>
          <p:nvPr>
            <p:ph type="title"/>
          </p:nvPr>
        </p:nvSpPr>
        <p:spPr>
          <a:xfrm>
            <a:off x="5892924" y="29752165"/>
            <a:ext cx="18038150" cy="3512388"/>
          </a:xfrm>
          <a:prstGeom prst="rect">
            <a:avLst/>
          </a:prstGeom>
          <a:noFill/>
          <a:ln>
            <a:noFill/>
          </a:ln>
        </p:spPr>
        <p:txBody>
          <a:bodyPr anchorCtr="0" anchor="b" bIns="197450" lIns="394925" spcFirstLastPara="1" rIns="394925" wrap="square" tIns="197450">
            <a:noAutofit/>
          </a:bodyPr>
          <a:lstStyle>
            <a:lvl1pPr lvl="0" algn="l">
              <a:spcBef>
                <a:spcPts val="0"/>
              </a:spcBef>
              <a:spcAft>
                <a:spcPts val="0"/>
              </a:spcAft>
              <a:buSzPts val="1400"/>
              <a:buNone/>
              <a:defRPr b="1" sz="19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11"/>
          <p:cNvSpPr/>
          <p:nvPr>
            <p:ph idx="2" type="pic"/>
          </p:nvPr>
        </p:nvSpPr>
        <p:spPr>
          <a:xfrm>
            <a:off x="5892924" y="3798212"/>
            <a:ext cx="18038150" cy="25501646"/>
          </a:xfrm>
          <a:prstGeom prst="rect">
            <a:avLst/>
          </a:prstGeom>
          <a:noFill/>
          <a:ln>
            <a:noFill/>
          </a:ln>
        </p:spPr>
      </p:sp>
      <p:sp>
        <p:nvSpPr>
          <p:cNvPr id="67" name="Google Shape;67;p11"/>
          <p:cNvSpPr txBox="1"/>
          <p:nvPr>
            <p:ph idx="1" type="body"/>
          </p:nvPr>
        </p:nvSpPr>
        <p:spPr>
          <a:xfrm>
            <a:off x="5892924" y="33264553"/>
            <a:ext cx="18038150" cy="4988652"/>
          </a:xfrm>
          <a:prstGeom prst="rect">
            <a:avLst/>
          </a:prstGeom>
          <a:noFill/>
          <a:ln>
            <a:noFill/>
          </a:ln>
        </p:spPr>
        <p:txBody>
          <a:bodyPr anchorCtr="0" anchor="t" bIns="197450" lIns="394925" spcFirstLastPara="1" rIns="394925" wrap="square" tIns="197450">
            <a:noAutofit/>
          </a:bodyPr>
          <a:lstStyle>
            <a:lvl1pPr indent="-228600" lvl="0" marL="457200" algn="l">
              <a:spcBef>
                <a:spcPts val="260"/>
              </a:spcBef>
              <a:spcAft>
                <a:spcPts val="0"/>
              </a:spcAft>
              <a:buClr>
                <a:schemeClr val="dk1"/>
              </a:buClr>
              <a:buSzPts val="1300"/>
              <a:buFont typeface="Times New Roman"/>
              <a:buNone/>
              <a:defRPr sz="1300"/>
            </a:lvl1pPr>
            <a:lvl2pPr indent="-228600" lvl="1" marL="914400" algn="l">
              <a:spcBef>
                <a:spcPts val="220"/>
              </a:spcBef>
              <a:spcAft>
                <a:spcPts val="0"/>
              </a:spcAft>
              <a:buClr>
                <a:schemeClr val="dk1"/>
              </a:buClr>
              <a:buSzPts val="1100"/>
              <a:buFont typeface="Times New Roman"/>
              <a:buNone/>
              <a:defRPr sz="1100"/>
            </a:lvl2pPr>
            <a:lvl3pPr indent="-228600" lvl="2" marL="1371600" algn="l">
              <a:spcBef>
                <a:spcPts val="180"/>
              </a:spcBef>
              <a:spcAft>
                <a:spcPts val="0"/>
              </a:spcAft>
              <a:buClr>
                <a:schemeClr val="dk1"/>
              </a:buClr>
              <a:buSzPts val="900"/>
              <a:buFont typeface="Times New Roman"/>
              <a:buNone/>
              <a:defRPr sz="900"/>
            </a:lvl3pPr>
            <a:lvl4pPr indent="-228600" lvl="3" marL="1828800" algn="l">
              <a:spcBef>
                <a:spcPts val="160"/>
              </a:spcBef>
              <a:spcAft>
                <a:spcPts val="0"/>
              </a:spcAft>
              <a:buClr>
                <a:schemeClr val="dk1"/>
              </a:buClr>
              <a:buSzPts val="800"/>
              <a:buFont typeface="Times New Roman"/>
              <a:buNone/>
              <a:defRPr sz="800"/>
            </a:lvl4pPr>
            <a:lvl5pPr indent="-228600" lvl="4" marL="2286000" algn="l">
              <a:spcBef>
                <a:spcPts val="160"/>
              </a:spcBef>
              <a:spcAft>
                <a:spcPts val="0"/>
              </a:spcAft>
              <a:buClr>
                <a:schemeClr val="dk1"/>
              </a:buClr>
              <a:buSzPts val="800"/>
              <a:buFont typeface="Times New Roman"/>
              <a:buNone/>
              <a:defRPr sz="800"/>
            </a:lvl5pPr>
            <a:lvl6pPr indent="-228600" lvl="5" marL="2743200" algn="l">
              <a:spcBef>
                <a:spcPts val="160"/>
              </a:spcBef>
              <a:spcAft>
                <a:spcPts val="0"/>
              </a:spcAft>
              <a:buClr>
                <a:schemeClr val="dk1"/>
              </a:buClr>
              <a:buSzPts val="800"/>
              <a:buFont typeface="Times New Roman"/>
              <a:buNone/>
              <a:defRPr sz="800"/>
            </a:lvl6pPr>
            <a:lvl7pPr indent="-228600" lvl="6" marL="3200400" algn="l">
              <a:spcBef>
                <a:spcPts val="160"/>
              </a:spcBef>
              <a:spcAft>
                <a:spcPts val="0"/>
              </a:spcAft>
              <a:buClr>
                <a:schemeClr val="dk1"/>
              </a:buClr>
              <a:buSzPts val="800"/>
              <a:buFont typeface="Times New Roman"/>
              <a:buNone/>
              <a:defRPr sz="800"/>
            </a:lvl7pPr>
            <a:lvl8pPr indent="-228600" lvl="7" marL="3657600" algn="l">
              <a:spcBef>
                <a:spcPts val="160"/>
              </a:spcBef>
              <a:spcAft>
                <a:spcPts val="0"/>
              </a:spcAft>
              <a:buClr>
                <a:schemeClr val="dk1"/>
              </a:buClr>
              <a:buSzPts val="800"/>
              <a:buFont typeface="Times New Roman"/>
              <a:buNone/>
              <a:defRPr sz="800"/>
            </a:lvl8pPr>
            <a:lvl9pPr indent="-228600" lvl="8" marL="4114800" algn="l">
              <a:spcBef>
                <a:spcPts val="160"/>
              </a:spcBef>
              <a:spcAft>
                <a:spcPts val="0"/>
              </a:spcAft>
              <a:buClr>
                <a:schemeClr val="dk1"/>
              </a:buClr>
              <a:buSzPts val="800"/>
              <a:buFont typeface="Times New Roman"/>
              <a:buNone/>
              <a:defRPr sz="800"/>
            </a:lvl9pPr>
          </a:lstStyle>
          <a:p/>
        </p:txBody>
      </p:sp>
      <p:sp>
        <p:nvSpPr>
          <p:cNvPr id="68" name="Google Shape;68;p11"/>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1"/>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algn="r">
              <a:spcBef>
                <a:spcPts val="0"/>
              </a:spcBef>
              <a:spcAft>
                <a:spcPts val="0"/>
              </a:spcAft>
              <a:buNone/>
              <a:defRPr sz="61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61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61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61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61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61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61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61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61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2"/>
          <p:cNvSpPr txBox="1"/>
          <p:nvPr>
            <p:ph type="title"/>
          </p:nvPr>
        </p:nvSpPr>
        <p:spPr>
          <a:xfrm>
            <a:off x="2253480" y="3780532"/>
            <a:ext cx="25557115" cy="7083709"/>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12"/>
          <p:cNvSpPr txBox="1"/>
          <p:nvPr>
            <p:ph idx="1" type="body"/>
          </p:nvPr>
        </p:nvSpPr>
        <p:spPr>
          <a:xfrm rot="5400000">
            <a:off x="2281214" y="12253837"/>
            <a:ext cx="25501646" cy="25557115"/>
          </a:xfrm>
          <a:prstGeom prst="rect">
            <a:avLst/>
          </a:prstGeom>
          <a:noFill/>
          <a:ln>
            <a:noFill/>
          </a:ln>
        </p:spPr>
        <p:txBody>
          <a:bodyPr anchorCtr="0" anchor="t" bIns="197450" lIns="394925" spcFirstLastPara="1" rIns="394925" wrap="square" tIns="1974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12"/>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2"/>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algn="r">
              <a:spcBef>
                <a:spcPts val="0"/>
              </a:spcBef>
              <a:spcAft>
                <a:spcPts val="0"/>
              </a:spcAft>
              <a:buNone/>
              <a:defRPr sz="61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61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61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61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61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61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61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61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61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3"/>
          <p:cNvSpPr txBox="1"/>
          <p:nvPr>
            <p:ph type="title"/>
          </p:nvPr>
        </p:nvSpPr>
        <p:spPr>
          <a:xfrm rot="5400000">
            <a:off x="7614614" y="17587237"/>
            <a:ext cx="34002685" cy="638927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9" name="Google Shape;79;p13"/>
          <p:cNvSpPr txBox="1"/>
          <p:nvPr>
            <p:ph idx="1" type="body"/>
          </p:nvPr>
        </p:nvSpPr>
        <p:spPr>
          <a:xfrm rot="5400000">
            <a:off x="-5234641" y="11268655"/>
            <a:ext cx="34002685" cy="19026441"/>
          </a:xfrm>
          <a:prstGeom prst="rect">
            <a:avLst/>
          </a:prstGeom>
          <a:noFill/>
          <a:ln>
            <a:noFill/>
          </a:ln>
        </p:spPr>
        <p:txBody>
          <a:bodyPr anchorCtr="0" anchor="t" bIns="197450" lIns="394925" spcFirstLastPara="1" rIns="394925" wrap="square" tIns="1974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13"/>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3"/>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algn="r">
              <a:spcBef>
                <a:spcPts val="0"/>
              </a:spcBef>
              <a:spcAft>
                <a:spcPts val="0"/>
              </a:spcAft>
              <a:buNone/>
              <a:defRPr sz="61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61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61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61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61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61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61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61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61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4EC6"/>
            </a:gs>
            <a:gs pos="50000">
              <a:schemeClr val="dk1"/>
            </a:gs>
            <a:gs pos="100000">
              <a:srgbClr val="0066FF"/>
            </a:gs>
          </a:gsLst>
          <a:lin ang="13500000" scaled="0"/>
        </a:gra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253480" y="3780532"/>
            <a:ext cx="25557115" cy="7083709"/>
          </a:xfrm>
          <a:prstGeom prst="rect">
            <a:avLst/>
          </a:prstGeom>
          <a:noFill/>
          <a:ln>
            <a:noFill/>
          </a:ln>
        </p:spPr>
        <p:txBody>
          <a:bodyPr anchorCtr="0" anchor="ctr" bIns="197450" lIns="394925" spcFirstLastPara="1" rIns="394925" wrap="square" tIns="197450">
            <a:noAutofit/>
          </a:bodyPr>
          <a:lstStyle>
            <a:lvl1pPr lvl="0" marR="0" rtl="0" algn="ctr">
              <a:spcBef>
                <a:spcPts val="0"/>
              </a:spcBef>
              <a:spcAft>
                <a:spcPts val="0"/>
              </a:spcAft>
              <a:buSzPts val="1400"/>
              <a:buNone/>
              <a:defRPr b="0" i="0" sz="189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189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189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189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189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189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189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189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18900" u="none" cap="none" strike="noStrike">
                <a:solidFill>
                  <a:schemeClr val="dk2"/>
                </a:solidFill>
                <a:latin typeface="Times New Roman"/>
                <a:ea typeface="Times New Roman"/>
                <a:cs typeface="Times New Roman"/>
                <a:sym typeface="Times New Roman"/>
              </a:defRPr>
            </a:lvl9pPr>
          </a:lstStyle>
          <a:p/>
        </p:txBody>
      </p:sp>
      <p:sp>
        <p:nvSpPr>
          <p:cNvPr id="7" name="Google Shape;7;p2"/>
          <p:cNvSpPr txBox="1"/>
          <p:nvPr>
            <p:ph idx="1" type="body"/>
          </p:nvPr>
        </p:nvSpPr>
        <p:spPr>
          <a:xfrm>
            <a:off x="2253480" y="12281571"/>
            <a:ext cx="25557115" cy="25501646"/>
          </a:xfrm>
          <a:prstGeom prst="rect">
            <a:avLst/>
          </a:prstGeom>
          <a:noFill/>
          <a:ln>
            <a:noFill/>
          </a:ln>
        </p:spPr>
        <p:txBody>
          <a:bodyPr anchorCtr="0" anchor="t" bIns="197450" lIns="394925" spcFirstLastPara="1" rIns="394925" wrap="square" tIns="197450">
            <a:noAutofit/>
          </a:bodyPr>
          <a:lstStyle>
            <a:lvl1pPr indent="-1098550" lvl="0" marL="457200" marR="0" rtl="0" algn="l">
              <a:spcBef>
                <a:spcPts val="2740"/>
              </a:spcBef>
              <a:spcAft>
                <a:spcPts val="0"/>
              </a:spcAft>
              <a:buClr>
                <a:schemeClr val="dk1"/>
              </a:buClr>
              <a:buSzPts val="13700"/>
              <a:buFont typeface="Times New Roman"/>
              <a:buChar char="•"/>
              <a:defRPr b="0" i="0" sz="13700" u="none" cap="none" strike="noStrike">
                <a:solidFill>
                  <a:schemeClr val="dk1"/>
                </a:solidFill>
                <a:latin typeface="Times New Roman"/>
                <a:ea typeface="Times New Roman"/>
                <a:cs typeface="Times New Roman"/>
                <a:sym typeface="Times New Roman"/>
              </a:defRPr>
            </a:lvl1pPr>
            <a:lvl2pPr indent="-990600" lvl="1" marL="914400" marR="0" rtl="0" algn="l">
              <a:spcBef>
                <a:spcPts val="2400"/>
              </a:spcBef>
              <a:spcAft>
                <a:spcPts val="0"/>
              </a:spcAft>
              <a:buClr>
                <a:schemeClr val="dk1"/>
              </a:buClr>
              <a:buSzPts val="12000"/>
              <a:buFont typeface="Times New Roman"/>
              <a:buChar char="–"/>
              <a:defRPr b="0" i="0" sz="12000" u="none" cap="none" strike="noStrike">
                <a:solidFill>
                  <a:schemeClr val="dk1"/>
                </a:solidFill>
                <a:latin typeface="Times New Roman"/>
                <a:ea typeface="Times New Roman"/>
                <a:cs typeface="Times New Roman"/>
                <a:sym typeface="Times New Roman"/>
              </a:defRPr>
            </a:lvl2pPr>
            <a:lvl3pPr indent="-882650" lvl="2" marL="1371600" marR="0" rtl="0" algn="l">
              <a:spcBef>
                <a:spcPts val="2060"/>
              </a:spcBef>
              <a:spcAft>
                <a:spcPts val="0"/>
              </a:spcAft>
              <a:buClr>
                <a:schemeClr val="dk1"/>
              </a:buClr>
              <a:buSzPts val="10300"/>
              <a:buFont typeface="Times New Roman"/>
              <a:buChar char="•"/>
              <a:defRPr b="0" i="0" sz="10300" u="none" cap="none" strike="noStrike">
                <a:solidFill>
                  <a:schemeClr val="dk1"/>
                </a:solidFill>
                <a:latin typeface="Times New Roman"/>
                <a:ea typeface="Times New Roman"/>
                <a:cs typeface="Times New Roman"/>
                <a:sym typeface="Times New Roman"/>
              </a:defRPr>
            </a:lvl3pPr>
            <a:lvl4pPr indent="-768350" lvl="3" marL="1828800" marR="0" rtl="0" algn="l">
              <a:spcBef>
                <a:spcPts val="1700"/>
              </a:spcBef>
              <a:spcAft>
                <a:spcPts val="0"/>
              </a:spcAft>
              <a:buClr>
                <a:schemeClr val="dk1"/>
              </a:buClr>
              <a:buSzPts val="8500"/>
              <a:buFont typeface="Times New Roman"/>
              <a:buChar char="–"/>
              <a:defRPr b="0" i="0" sz="8500" u="none" cap="none" strike="noStrike">
                <a:solidFill>
                  <a:schemeClr val="dk1"/>
                </a:solidFill>
                <a:latin typeface="Times New Roman"/>
                <a:ea typeface="Times New Roman"/>
                <a:cs typeface="Times New Roman"/>
                <a:sym typeface="Times New Roman"/>
              </a:defRPr>
            </a:lvl4pPr>
            <a:lvl5pPr indent="-768350" lvl="4" marL="2286000" marR="0" rtl="0" algn="l">
              <a:spcBef>
                <a:spcPts val="1700"/>
              </a:spcBef>
              <a:spcAft>
                <a:spcPts val="0"/>
              </a:spcAft>
              <a:buClr>
                <a:schemeClr val="dk1"/>
              </a:buClr>
              <a:buSzPts val="8500"/>
              <a:buFont typeface="Times New Roman"/>
              <a:buChar char="•"/>
              <a:defRPr b="0" i="0" sz="8500" u="none" cap="none" strike="noStrike">
                <a:solidFill>
                  <a:schemeClr val="dk1"/>
                </a:solidFill>
                <a:latin typeface="Times New Roman"/>
                <a:ea typeface="Times New Roman"/>
                <a:cs typeface="Times New Roman"/>
                <a:sym typeface="Times New Roman"/>
              </a:defRPr>
            </a:lvl5pPr>
            <a:lvl6pPr indent="-768350" lvl="5" marL="2743200" marR="0" rtl="0" algn="l">
              <a:spcBef>
                <a:spcPts val="1700"/>
              </a:spcBef>
              <a:spcAft>
                <a:spcPts val="0"/>
              </a:spcAft>
              <a:buClr>
                <a:schemeClr val="dk1"/>
              </a:buClr>
              <a:buSzPts val="8500"/>
              <a:buFont typeface="Times New Roman"/>
              <a:buChar char="•"/>
              <a:defRPr b="0" i="0" sz="8500" u="none" cap="none" strike="noStrike">
                <a:solidFill>
                  <a:schemeClr val="dk1"/>
                </a:solidFill>
                <a:latin typeface="Times New Roman"/>
                <a:ea typeface="Times New Roman"/>
                <a:cs typeface="Times New Roman"/>
                <a:sym typeface="Times New Roman"/>
              </a:defRPr>
            </a:lvl6pPr>
            <a:lvl7pPr indent="-768350" lvl="6" marL="3200400" marR="0" rtl="0" algn="l">
              <a:spcBef>
                <a:spcPts val="1700"/>
              </a:spcBef>
              <a:spcAft>
                <a:spcPts val="0"/>
              </a:spcAft>
              <a:buClr>
                <a:schemeClr val="dk1"/>
              </a:buClr>
              <a:buSzPts val="8500"/>
              <a:buFont typeface="Times New Roman"/>
              <a:buChar char="•"/>
              <a:defRPr b="0" i="0" sz="8500" u="none" cap="none" strike="noStrike">
                <a:solidFill>
                  <a:schemeClr val="dk1"/>
                </a:solidFill>
                <a:latin typeface="Times New Roman"/>
                <a:ea typeface="Times New Roman"/>
                <a:cs typeface="Times New Roman"/>
                <a:sym typeface="Times New Roman"/>
              </a:defRPr>
            </a:lvl7pPr>
            <a:lvl8pPr indent="-768350" lvl="7" marL="3657600" marR="0" rtl="0" algn="l">
              <a:spcBef>
                <a:spcPts val="1700"/>
              </a:spcBef>
              <a:spcAft>
                <a:spcPts val="0"/>
              </a:spcAft>
              <a:buClr>
                <a:schemeClr val="dk1"/>
              </a:buClr>
              <a:buSzPts val="8500"/>
              <a:buFont typeface="Times New Roman"/>
              <a:buChar char="•"/>
              <a:defRPr b="0" i="0" sz="8500" u="none" cap="none" strike="noStrike">
                <a:solidFill>
                  <a:schemeClr val="dk1"/>
                </a:solidFill>
                <a:latin typeface="Times New Roman"/>
                <a:ea typeface="Times New Roman"/>
                <a:cs typeface="Times New Roman"/>
                <a:sym typeface="Times New Roman"/>
              </a:defRPr>
            </a:lvl8pPr>
            <a:lvl9pPr indent="-768350" lvl="8" marL="4114800" marR="0" rtl="0" algn="l">
              <a:spcBef>
                <a:spcPts val="1700"/>
              </a:spcBef>
              <a:spcAft>
                <a:spcPts val="0"/>
              </a:spcAft>
              <a:buClr>
                <a:schemeClr val="dk1"/>
              </a:buClr>
              <a:buSzPts val="8500"/>
              <a:buFont typeface="Times New Roman"/>
              <a:buChar char="•"/>
              <a:defRPr b="0" i="0" sz="8500" u="none" cap="none" strike="noStrike">
                <a:solidFill>
                  <a:schemeClr val="dk1"/>
                </a:solidFill>
                <a:latin typeface="Times New Roman"/>
                <a:ea typeface="Times New Roman"/>
                <a:cs typeface="Times New Roman"/>
                <a:sym typeface="Times New Roman"/>
              </a:defRPr>
            </a:lvl9pPr>
          </a:lstStyle>
          <a:p/>
        </p:txBody>
      </p:sp>
      <p:sp>
        <p:nvSpPr>
          <p:cNvPr id="8" name="Google Shape;8;p2"/>
          <p:cNvSpPr txBox="1"/>
          <p:nvPr>
            <p:ph idx="10" type="dt"/>
          </p:nvPr>
        </p:nvSpPr>
        <p:spPr>
          <a:xfrm>
            <a:off x="2253480" y="38723194"/>
            <a:ext cx="6262612" cy="2833188"/>
          </a:xfrm>
          <a:prstGeom prst="rect">
            <a:avLst/>
          </a:prstGeom>
          <a:noFill/>
          <a:ln>
            <a:noFill/>
          </a:ln>
        </p:spPr>
        <p:txBody>
          <a:bodyPr anchorCtr="0" anchor="ctr" bIns="197450" lIns="394925" spcFirstLastPara="1" rIns="394925" wrap="square" tIns="197450">
            <a:noAutofit/>
          </a:bodyPr>
          <a:lstStyle>
            <a:lvl1pPr lvl="0" marR="0" rtl="0" algn="l">
              <a:spcBef>
                <a:spcPts val="0"/>
              </a:spcBef>
              <a:spcAft>
                <a:spcPts val="0"/>
              </a:spcAft>
              <a:buSzPts val="1400"/>
              <a:buNone/>
              <a:defRPr b="0" i="0" sz="61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9pPr>
          </a:lstStyle>
          <a:p/>
        </p:txBody>
      </p:sp>
      <p:sp>
        <p:nvSpPr>
          <p:cNvPr id="9" name="Google Shape;9;p2"/>
          <p:cNvSpPr txBox="1"/>
          <p:nvPr>
            <p:ph idx="11" type="ftr"/>
          </p:nvPr>
        </p:nvSpPr>
        <p:spPr>
          <a:xfrm>
            <a:off x="10273219" y="38723194"/>
            <a:ext cx="9517640" cy="2833188"/>
          </a:xfrm>
          <a:prstGeom prst="rect">
            <a:avLst/>
          </a:prstGeom>
          <a:noFill/>
          <a:ln>
            <a:noFill/>
          </a:ln>
        </p:spPr>
        <p:txBody>
          <a:bodyPr anchorCtr="0" anchor="ctr" bIns="197450" lIns="394925" spcFirstLastPara="1" rIns="394925" wrap="square" tIns="197450">
            <a:noAutofit/>
          </a:bodyPr>
          <a:lstStyle>
            <a:lvl1pPr lvl="0" marR="0" rtl="0" algn="ctr">
              <a:spcBef>
                <a:spcPts val="0"/>
              </a:spcBef>
              <a:spcAft>
                <a:spcPts val="0"/>
              </a:spcAft>
              <a:buSzPts val="1400"/>
              <a:buNone/>
              <a:defRPr b="0" i="0" sz="61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0300" u="none" cap="none" strike="noStrike">
                <a:solidFill>
                  <a:schemeClr val="dk1"/>
                </a:solidFill>
                <a:latin typeface="Arial"/>
                <a:ea typeface="Arial"/>
                <a:cs typeface="Arial"/>
                <a:sym typeface="Arial"/>
              </a:defRPr>
            </a:lvl9pPr>
          </a:lstStyle>
          <a:p/>
        </p:txBody>
      </p:sp>
      <p:sp>
        <p:nvSpPr>
          <p:cNvPr id="10" name="Google Shape;10;p2"/>
          <p:cNvSpPr txBox="1"/>
          <p:nvPr>
            <p:ph idx="12" type="sldNum"/>
          </p:nvPr>
        </p:nvSpPr>
        <p:spPr>
          <a:xfrm>
            <a:off x="21547983" y="38723194"/>
            <a:ext cx="6262612" cy="2833188"/>
          </a:xfrm>
          <a:prstGeom prst="rect">
            <a:avLst/>
          </a:prstGeom>
          <a:noFill/>
          <a:ln>
            <a:noFill/>
          </a:ln>
        </p:spPr>
        <p:txBody>
          <a:bodyPr anchorCtr="0" anchor="ctr" bIns="197450" lIns="394925" spcFirstLastPara="1" rIns="394925" wrap="square" tIns="197450">
            <a:noAutofit/>
          </a:bodyPr>
          <a:lstStyle>
            <a:lvl1pPr indent="0" lvl="0" marL="0" marR="0" rtl="0" algn="r">
              <a:spcBef>
                <a:spcPts val="0"/>
              </a:spcBef>
              <a:spcAft>
                <a:spcPts val="0"/>
              </a:spcAft>
              <a:buNone/>
              <a:defRPr b="0" i="0" sz="6100"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6100"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6100"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6100"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6100"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6100"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6100"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6100"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61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BFBFBF"/>
            </a:gs>
            <a:gs pos="50000">
              <a:schemeClr val="dk1"/>
            </a:gs>
            <a:gs pos="100000">
              <a:schemeClr val="dk1"/>
            </a:gs>
          </a:gsLst>
          <a:lin ang="13500000" scaled="0"/>
        </a:gradFill>
      </p:bgPr>
    </p:bg>
    <p:spTree>
      <p:nvGrpSpPr>
        <p:cNvPr id="86" name="Shape 86"/>
        <p:cNvGrpSpPr/>
        <p:nvPr/>
      </p:nvGrpSpPr>
      <p:grpSpPr>
        <a:xfrm>
          <a:off x="0" y="0"/>
          <a:ext cx="0" cy="0"/>
          <a:chOff x="0" y="0"/>
          <a:chExt cx="0" cy="0"/>
        </a:xfrm>
      </p:grpSpPr>
      <p:sp>
        <p:nvSpPr>
          <p:cNvPr id="87" name="Google Shape;87;p1"/>
          <p:cNvSpPr txBox="1"/>
          <p:nvPr/>
        </p:nvSpPr>
        <p:spPr>
          <a:xfrm>
            <a:off x="486421" y="3537895"/>
            <a:ext cx="29649662"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rgbClr val="FFFFFF"/>
                </a:solidFill>
                <a:latin typeface="Helvetica Neue"/>
                <a:ea typeface="Helvetica Neue"/>
                <a:cs typeface="Helvetica Neue"/>
                <a:sym typeface="Helvetica Neue"/>
              </a:rPr>
              <a:t>Shahr Bano Bokhari </a:t>
            </a:r>
            <a:r>
              <a:rPr lang="en-US" sz="4800">
                <a:solidFill>
                  <a:srgbClr val="FFFFFF"/>
                </a:solidFill>
                <a:latin typeface="Helvetica Neue"/>
                <a:ea typeface="Helvetica Neue"/>
                <a:cs typeface="Helvetica Neue"/>
                <a:sym typeface="Helvetica Neue"/>
              </a:rPr>
              <a:t>(MSDS25027)</a:t>
            </a:r>
            <a:endParaRPr baseline="30000" sz="4800">
              <a:solidFill>
                <a:srgbClr val="FFFFFF"/>
              </a:solidFill>
              <a:latin typeface="Helvetica Neue"/>
              <a:ea typeface="Helvetica Neue"/>
              <a:cs typeface="Helvetica Neue"/>
              <a:sym typeface="Helvetica Neue"/>
            </a:endParaRPr>
          </a:p>
        </p:txBody>
      </p:sp>
      <p:grpSp>
        <p:nvGrpSpPr>
          <p:cNvPr id="88" name="Google Shape;88;p1"/>
          <p:cNvGrpSpPr/>
          <p:nvPr/>
        </p:nvGrpSpPr>
        <p:grpSpPr>
          <a:xfrm>
            <a:off x="761799" y="6679324"/>
            <a:ext cx="12711534" cy="7979224"/>
            <a:chOff x="761798" y="6679325"/>
            <a:chExt cx="13994863" cy="7979224"/>
          </a:xfrm>
        </p:grpSpPr>
        <p:sp>
          <p:nvSpPr>
            <p:cNvPr id="89" name="Google Shape;89;p1"/>
            <p:cNvSpPr/>
            <p:nvPr/>
          </p:nvSpPr>
          <p:spPr>
            <a:xfrm>
              <a:off x="761798" y="6679325"/>
              <a:ext cx="13994863" cy="7979224"/>
            </a:xfrm>
            <a:prstGeom prst="rect">
              <a:avLst/>
            </a:prstGeom>
            <a:solidFill>
              <a:srgbClr val="EDF9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100"/>
                <a:buFont typeface="Arial"/>
                <a:buNone/>
              </a:pPr>
              <a:r>
                <a:t/>
              </a:r>
              <a:endParaRPr b="0" i="0" sz="11100" u="none" cap="none" strike="noStrike">
                <a:solidFill>
                  <a:schemeClr val="dk1"/>
                </a:solidFill>
                <a:latin typeface="Helvetica Neue"/>
                <a:ea typeface="Helvetica Neue"/>
                <a:cs typeface="Helvetica Neue"/>
                <a:sym typeface="Helvetica Neue"/>
              </a:endParaRPr>
            </a:p>
          </p:txBody>
        </p:sp>
        <p:sp>
          <p:nvSpPr>
            <p:cNvPr id="90" name="Google Shape;90;p1"/>
            <p:cNvSpPr txBox="1"/>
            <p:nvPr/>
          </p:nvSpPr>
          <p:spPr>
            <a:xfrm>
              <a:off x="918469" y="6994278"/>
              <a:ext cx="855597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800">
                  <a:solidFill>
                    <a:schemeClr val="dk1"/>
                  </a:solidFill>
                  <a:latin typeface="Helvetica Neue"/>
                  <a:ea typeface="Helvetica Neue"/>
                  <a:cs typeface="Helvetica Neue"/>
                  <a:sym typeface="Helvetica Neue"/>
                </a:rPr>
                <a:t>1. </a:t>
              </a:r>
              <a:r>
                <a:rPr b="1" lang="en-US" sz="4800">
                  <a:solidFill>
                    <a:schemeClr val="dk1"/>
                  </a:solidFill>
                  <a:latin typeface="Helvetica Neue"/>
                  <a:ea typeface="Helvetica Neue"/>
                  <a:cs typeface="Helvetica Neue"/>
                  <a:sym typeface="Helvetica Neue"/>
                </a:rPr>
                <a:t>Introduction</a:t>
              </a:r>
              <a:endParaRPr b="1" sz="4800">
                <a:solidFill>
                  <a:schemeClr val="dk1"/>
                </a:solidFill>
                <a:latin typeface="Helvetica Neue"/>
                <a:ea typeface="Helvetica Neue"/>
                <a:cs typeface="Helvetica Neue"/>
                <a:sym typeface="Helvetica Neue"/>
              </a:endParaRPr>
            </a:p>
          </p:txBody>
        </p:sp>
        <p:sp>
          <p:nvSpPr>
            <p:cNvPr id="91" name="Google Shape;91;p1"/>
            <p:cNvSpPr txBox="1"/>
            <p:nvPr/>
          </p:nvSpPr>
          <p:spPr>
            <a:xfrm>
              <a:off x="1187000" y="7825275"/>
              <a:ext cx="12751800" cy="6427800"/>
            </a:xfrm>
            <a:prstGeom prst="rect">
              <a:avLst/>
            </a:prstGeom>
            <a:noFill/>
            <a:ln>
              <a:noFill/>
            </a:ln>
          </p:spPr>
          <p:txBody>
            <a:bodyPr anchorCtr="0" anchor="t" bIns="45700" lIns="91425" spcFirstLastPara="1" rIns="91425" wrap="square" tIns="45700">
              <a:normAutofit lnSpcReduction="20000"/>
            </a:bodyPr>
            <a:lstStyle/>
            <a:p>
              <a:pPr indent="-431800" lvl="0" marL="457200" rtl="0" algn="l">
                <a:lnSpc>
                  <a:spcPct val="115000"/>
                </a:lnSpc>
                <a:spcBef>
                  <a:spcPts val="1200"/>
                </a:spcBef>
                <a:spcAft>
                  <a:spcPts val="0"/>
                </a:spcAft>
                <a:buSzPts val="3200"/>
                <a:buFont typeface="Helvetica Neue"/>
                <a:buChar char="•"/>
              </a:pPr>
              <a:r>
                <a:rPr lang="en-US" sz="3200">
                  <a:latin typeface="Helvetica Neue"/>
                  <a:ea typeface="Helvetica Neue"/>
                  <a:cs typeface="Helvetica Neue"/>
                  <a:sym typeface="Helvetica Neue"/>
                </a:rPr>
                <a:t>Dhaka is a rapidly growing megacity undergoing intense land-use change, driven by urban expansion and population growth. This transformation is reshaping local climate conditions and urban environmental quality, particularly through the loss of vegetation and increased surface sealing.</a:t>
              </a:r>
              <a:endParaRPr sz="3200">
                <a:latin typeface="Helvetica Neue"/>
                <a:ea typeface="Helvetica Neue"/>
                <a:cs typeface="Helvetica Neue"/>
                <a:sym typeface="Helvetica Neue"/>
              </a:endParaRPr>
            </a:p>
            <a:p>
              <a:pPr indent="-431800" lvl="0" marL="457200" rtl="0" algn="l">
                <a:lnSpc>
                  <a:spcPct val="115000"/>
                </a:lnSpc>
                <a:spcBef>
                  <a:spcPts val="0"/>
                </a:spcBef>
                <a:spcAft>
                  <a:spcPts val="0"/>
                </a:spcAft>
                <a:buSzPts val="3200"/>
                <a:buFont typeface="Helvetica Neue"/>
                <a:buChar char="•"/>
              </a:pPr>
              <a:r>
                <a:rPr lang="en-US" sz="3200">
                  <a:latin typeface="Helvetica Neue"/>
                  <a:ea typeface="Helvetica Neue"/>
                  <a:cs typeface="Helvetica Neue"/>
                  <a:sym typeface="Helvetica Neue"/>
                </a:rPr>
                <a:t>As a climate-vulnerable city, these changes raise concerns not only about environmental degradation, but also about how exposure to heat and green space varies across its population. This project examines urban environmental patterns in Dhaka using satellite-derived indicators and spatial analysis to quantify these changes and their distribution across space.</a:t>
              </a:r>
              <a:endParaRPr sz="3200">
                <a:latin typeface="Helvetica Neue"/>
                <a:ea typeface="Helvetica Neue"/>
                <a:cs typeface="Helvetica Neue"/>
                <a:sym typeface="Helvetica Neue"/>
              </a:endParaRPr>
            </a:p>
          </p:txBody>
        </p:sp>
      </p:grpSp>
      <p:sp>
        <p:nvSpPr>
          <p:cNvPr id="92" name="Google Shape;92;p1"/>
          <p:cNvSpPr txBox="1"/>
          <p:nvPr/>
        </p:nvSpPr>
        <p:spPr>
          <a:xfrm>
            <a:off x="414413" y="4973506"/>
            <a:ext cx="417646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rgbClr val="FFFFFF"/>
                </a:solidFill>
                <a:latin typeface="Helvetica Neue"/>
                <a:ea typeface="Helvetica Neue"/>
                <a:cs typeface="Helvetica Neue"/>
                <a:sym typeface="Helvetica Neue"/>
              </a:rPr>
              <a:t>Session: Spring 2025</a:t>
            </a:r>
            <a:endParaRPr/>
          </a:p>
        </p:txBody>
      </p:sp>
      <p:sp>
        <p:nvSpPr>
          <p:cNvPr id="93" name="Google Shape;93;p1"/>
          <p:cNvSpPr txBox="1"/>
          <p:nvPr/>
        </p:nvSpPr>
        <p:spPr>
          <a:xfrm>
            <a:off x="1594425" y="38890478"/>
            <a:ext cx="26483100" cy="1139700"/>
          </a:xfrm>
          <a:prstGeom prst="rect">
            <a:avLst/>
          </a:prstGeom>
          <a:noFill/>
          <a:ln cap="flat" cmpd="sng" w="9525">
            <a:solidFill>
              <a:srgbClr val="C0C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5000"/>
              </a:lnSpc>
              <a:spcBef>
                <a:spcPts val="1200"/>
              </a:spcBef>
              <a:spcAft>
                <a:spcPts val="0"/>
              </a:spcAft>
              <a:buNone/>
            </a:pPr>
            <a:r>
              <a:rPr lang="en-US" sz="2700">
                <a:latin typeface="Helvetica Neue"/>
                <a:ea typeface="Helvetica Neue"/>
                <a:cs typeface="Helvetica Neue"/>
                <a:sym typeface="Helvetica Neue"/>
              </a:rPr>
              <a:t>Acknowledgments: I would like to thank Dr. Adnan Siddique for his valuable supervision and guidance throughout this project.</a:t>
            </a:r>
            <a:endParaRPr sz="2700">
              <a:latin typeface="Helvetica Neue"/>
              <a:ea typeface="Helvetica Neue"/>
              <a:cs typeface="Helvetica Neue"/>
              <a:sym typeface="Helvetica Neue"/>
            </a:endParaRPr>
          </a:p>
          <a:p>
            <a:pPr indent="0" lvl="0" marL="0" marR="0" rtl="0" algn="l">
              <a:lnSpc>
                <a:spcPct val="115000"/>
              </a:lnSpc>
              <a:spcBef>
                <a:spcPts val="1200"/>
              </a:spcBef>
              <a:spcAft>
                <a:spcPts val="1200"/>
              </a:spcAft>
              <a:buNone/>
            </a:pPr>
            <a:r>
              <a:t/>
            </a:r>
            <a:endParaRPr sz="2700">
              <a:latin typeface="Helvetica Neue"/>
              <a:ea typeface="Helvetica Neue"/>
              <a:cs typeface="Helvetica Neue"/>
              <a:sym typeface="Helvetica Neue"/>
            </a:endParaRPr>
          </a:p>
        </p:txBody>
      </p:sp>
      <p:cxnSp>
        <p:nvCxnSpPr>
          <p:cNvPr id="94" name="Google Shape;94;p1"/>
          <p:cNvCxnSpPr/>
          <p:nvPr/>
        </p:nvCxnSpPr>
        <p:spPr>
          <a:xfrm flipH="1" rot="10800000">
            <a:off x="15891120" y="13080954"/>
            <a:ext cx="13033449" cy="34004"/>
          </a:xfrm>
          <a:prstGeom prst="straightConnector1">
            <a:avLst/>
          </a:prstGeom>
          <a:solidFill>
            <a:schemeClr val="accent1"/>
          </a:solidFill>
          <a:ln cap="flat" cmpd="sng" w="12700">
            <a:solidFill>
              <a:srgbClr val="C0C0C0"/>
            </a:solidFill>
            <a:prstDash val="lgDash"/>
            <a:round/>
            <a:headEnd len="sm" w="sm" type="none"/>
            <a:tailEnd len="sm" w="sm" type="none"/>
          </a:ln>
        </p:spPr>
      </p:cxnSp>
      <p:sp>
        <p:nvSpPr>
          <p:cNvPr id="95" name="Google Shape;95;p1"/>
          <p:cNvSpPr/>
          <p:nvPr/>
        </p:nvSpPr>
        <p:spPr>
          <a:xfrm>
            <a:off x="15891121" y="11758147"/>
            <a:ext cx="12966452"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1" lang="en-US" sz="2000">
                <a:solidFill>
                  <a:srgbClr val="000000"/>
                </a:solidFill>
                <a:latin typeface="Helvetica Neue"/>
                <a:ea typeface="Helvetica Neue"/>
                <a:cs typeface="Helvetica Neue"/>
                <a:sym typeface="Helvetica Neue"/>
              </a:rPr>
              <a:t>Fig. 2: Left: Google Earth snapshot of the observed area. The yellow line shows the approximate projection of the slant-range vector on ground. Right: An initial PSI solution obtained with IPTA. The dots mark the detected persistent scatterers. Their color represents the estimated deformation in mm/y. The red line shows the extent of an azimuth line whose tomographic inversion is presented in Fig. 5.</a:t>
            </a:r>
            <a:endParaRPr/>
          </a:p>
        </p:txBody>
      </p:sp>
      <p:sp>
        <p:nvSpPr>
          <p:cNvPr id="96" name="Google Shape;96;p1"/>
          <p:cNvSpPr/>
          <p:nvPr/>
        </p:nvSpPr>
        <p:spPr>
          <a:xfrm>
            <a:off x="11287621" y="36229526"/>
            <a:ext cx="2232248" cy="359629"/>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100"/>
              <a:buFont typeface="Arial"/>
              <a:buNone/>
            </a:pPr>
            <a:r>
              <a:t/>
            </a:r>
            <a:endParaRPr b="0" i="0" sz="11100" u="none" cap="none" strike="noStrike">
              <a:solidFill>
                <a:schemeClr val="dk1"/>
              </a:solidFill>
              <a:latin typeface="Helvetica Neue"/>
              <a:ea typeface="Helvetica Neue"/>
              <a:cs typeface="Helvetica Neue"/>
              <a:sym typeface="Helvetica Neue"/>
            </a:endParaRPr>
          </a:p>
        </p:txBody>
      </p:sp>
      <p:sp>
        <p:nvSpPr>
          <p:cNvPr id="97" name="Google Shape;97;p1"/>
          <p:cNvSpPr/>
          <p:nvPr/>
        </p:nvSpPr>
        <p:spPr>
          <a:xfrm>
            <a:off x="486422" y="945606"/>
            <a:ext cx="29091232" cy="2462213"/>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200"/>
              </a:spcBef>
              <a:spcAft>
                <a:spcPts val="1200"/>
              </a:spcAft>
              <a:buSzPts val="1100"/>
              <a:buNone/>
            </a:pPr>
            <a:r>
              <a:rPr b="1" lang="en-US" sz="8000">
                <a:solidFill>
                  <a:srgbClr val="FFFFFF"/>
                </a:solidFill>
                <a:latin typeface="Helvetica Neue"/>
                <a:ea typeface="Helvetica Neue"/>
                <a:cs typeface="Helvetica Neue"/>
                <a:sym typeface="Helvetica Neue"/>
              </a:rPr>
              <a:t>Spatial Inequality in Urban Green Space and Heat Exposure: Evidence from Dhaka, Bangladesh</a:t>
            </a:r>
            <a:endParaRPr b="1" sz="8000">
              <a:solidFill>
                <a:srgbClr val="FFFFFF"/>
              </a:solidFill>
              <a:latin typeface="Helvetica Neue"/>
              <a:ea typeface="Helvetica Neue"/>
              <a:cs typeface="Helvetica Neue"/>
              <a:sym typeface="Helvetica Neue"/>
            </a:endParaRPr>
          </a:p>
        </p:txBody>
      </p:sp>
      <p:sp>
        <p:nvSpPr>
          <p:cNvPr id="98" name="Google Shape;98;p1"/>
          <p:cNvSpPr txBox="1"/>
          <p:nvPr/>
        </p:nvSpPr>
        <p:spPr>
          <a:xfrm>
            <a:off x="11863684" y="5041351"/>
            <a:ext cx="633670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rgbClr val="FFFFFF"/>
                </a:solidFill>
                <a:latin typeface="Helvetica Neue"/>
                <a:ea typeface="Helvetica Neue"/>
                <a:cs typeface="Helvetica Neue"/>
                <a:sym typeface="Helvetica Neue"/>
              </a:rPr>
              <a:t>Supervisor: Dr. Adnan Siddique</a:t>
            </a:r>
            <a:endParaRPr/>
          </a:p>
        </p:txBody>
      </p:sp>
      <p:sp>
        <p:nvSpPr>
          <p:cNvPr id="99" name="Google Shape;99;p1"/>
          <p:cNvSpPr txBox="1"/>
          <p:nvPr/>
        </p:nvSpPr>
        <p:spPr>
          <a:xfrm>
            <a:off x="23889020" y="4898595"/>
            <a:ext cx="5760642" cy="5847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3200">
                <a:solidFill>
                  <a:srgbClr val="FFFFFF"/>
                </a:solidFill>
                <a:latin typeface="Helvetica Neue"/>
                <a:ea typeface="Helvetica Neue"/>
                <a:cs typeface="Helvetica Neue"/>
                <a:sym typeface="Helvetica Neue"/>
              </a:rPr>
              <a:t>Course: Spatial Data Science</a:t>
            </a:r>
            <a:endParaRPr/>
          </a:p>
        </p:txBody>
      </p:sp>
      <p:grpSp>
        <p:nvGrpSpPr>
          <p:cNvPr id="100" name="Google Shape;100;p1"/>
          <p:cNvGrpSpPr/>
          <p:nvPr/>
        </p:nvGrpSpPr>
        <p:grpSpPr>
          <a:xfrm>
            <a:off x="808508" y="15217476"/>
            <a:ext cx="12711534" cy="5013551"/>
            <a:chOff x="761798" y="6679325"/>
            <a:chExt cx="13994863" cy="5013551"/>
          </a:xfrm>
        </p:grpSpPr>
        <p:sp>
          <p:nvSpPr>
            <p:cNvPr id="101" name="Google Shape;101;p1"/>
            <p:cNvSpPr/>
            <p:nvPr/>
          </p:nvSpPr>
          <p:spPr>
            <a:xfrm>
              <a:off x="761798" y="6679325"/>
              <a:ext cx="13994863" cy="4975892"/>
            </a:xfrm>
            <a:prstGeom prst="rect">
              <a:avLst/>
            </a:prstGeom>
            <a:solidFill>
              <a:srgbClr val="DAE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100"/>
                <a:buFont typeface="Arial"/>
                <a:buNone/>
              </a:pPr>
              <a:r>
                <a:t/>
              </a:r>
              <a:endParaRPr b="0" i="0" sz="11100" u="none" cap="none" strike="noStrike">
                <a:solidFill>
                  <a:schemeClr val="dk1"/>
                </a:solidFill>
                <a:latin typeface="Helvetica Neue"/>
                <a:ea typeface="Helvetica Neue"/>
                <a:cs typeface="Helvetica Neue"/>
                <a:sym typeface="Helvetica Neue"/>
              </a:endParaRPr>
            </a:p>
          </p:txBody>
        </p:sp>
        <p:sp>
          <p:nvSpPr>
            <p:cNvPr id="102" name="Google Shape;102;p1"/>
            <p:cNvSpPr txBox="1"/>
            <p:nvPr/>
          </p:nvSpPr>
          <p:spPr>
            <a:xfrm>
              <a:off x="918469" y="6994278"/>
              <a:ext cx="855597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800">
                  <a:solidFill>
                    <a:schemeClr val="dk1"/>
                  </a:solidFill>
                  <a:latin typeface="Helvetica Neue"/>
                  <a:ea typeface="Helvetica Neue"/>
                  <a:cs typeface="Helvetica Neue"/>
                  <a:sym typeface="Helvetica Neue"/>
                </a:rPr>
                <a:t>2. </a:t>
              </a:r>
              <a:r>
                <a:rPr b="1" lang="en-US" sz="4800">
                  <a:solidFill>
                    <a:schemeClr val="dk1"/>
                  </a:solidFill>
                  <a:latin typeface="Helvetica Neue"/>
                  <a:ea typeface="Helvetica Neue"/>
                  <a:cs typeface="Helvetica Neue"/>
                  <a:sym typeface="Helvetica Neue"/>
                </a:rPr>
                <a:t>Problem Statement</a:t>
              </a:r>
              <a:endParaRPr b="1" sz="4800">
                <a:solidFill>
                  <a:schemeClr val="dk1"/>
                </a:solidFill>
                <a:latin typeface="Helvetica Neue"/>
                <a:ea typeface="Helvetica Neue"/>
                <a:cs typeface="Helvetica Neue"/>
                <a:sym typeface="Helvetica Neue"/>
              </a:endParaRPr>
            </a:p>
          </p:txBody>
        </p:sp>
        <p:sp>
          <p:nvSpPr>
            <p:cNvPr id="103" name="Google Shape;103;p1"/>
            <p:cNvSpPr txBox="1"/>
            <p:nvPr/>
          </p:nvSpPr>
          <p:spPr>
            <a:xfrm>
              <a:off x="1187003" y="7825276"/>
              <a:ext cx="12751800" cy="38676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5000"/>
                </a:lnSpc>
                <a:spcBef>
                  <a:spcPts val="1200"/>
                </a:spcBef>
                <a:spcAft>
                  <a:spcPts val="0"/>
                </a:spcAft>
                <a:buNone/>
              </a:pPr>
              <a:r>
                <a:rPr lang="en-US" sz="3200">
                  <a:latin typeface="Helvetica Neue"/>
                  <a:ea typeface="Helvetica Neue"/>
                  <a:cs typeface="Helvetica Neue"/>
                  <a:sym typeface="Helvetica Neue"/>
                </a:rPr>
                <a:t>Rapid urbanization in Dhaka has led to significant vegetation loss and the expansion of impervious surfaces, intensifying the Urban Heat Island (UHI) effect.</a:t>
              </a:r>
              <a:endParaRPr sz="3200">
                <a:latin typeface="Helvetica Neue"/>
                <a:ea typeface="Helvetica Neue"/>
                <a:cs typeface="Helvetica Neue"/>
                <a:sym typeface="Helvetica Neue"/>
              </a:endParaRPr>
            </a:p>
            <a:p>
              <a:pPr indent="0" lvl="0" marL="0" marR="0" rtl="0" algn="l">
                <a:lnSpc>
                  <a:spcPct val="160000"/>
                </a:lnSpc>
                <a:spcBef>
                  <a:spcPts val="1200"/>
                </a:spcBef>
                <a:spcAft>
                  <a:spcPts val="0"/>
                </a:spcAft>
                <a:buNone/>
              </a:pPr>
              <a:r>
                <a:rPr lang="en-US" sz="3200">
                  <a:latin typeface="Helvetica Neue"/>
                  <a:ea typeface="Helvetica Neue"/>
                  <a:cs typeface="Helvetica Neue"/>
                  <a:sym typeface="Helvetica Neue"/>
                </a:rPr>
                <a:t>Are residents unequally exposed to heat and green space deficits?</a:t>
              </a:r>
              <a:endParaRPr sz="3200">
                <a:latin typeface="Helvetica Neue"/>
                <a:ea typeface="Helvetica Neue"/>
                <a:cs typeface="Helvetica Neue"/>
                <a:sym typeface="Helvetica Neue"/>
              </a:endParaRPr>
            </a:p>
            <a:p>
              <a:pPr indent="0" lvl="0" marL="0" rtl="0" algn="l">
                <a:lnSpc>
                  <a:spcPct val="115000"/>
                </a:lnSpc>
                <a:spcBef>
                  <a:spcPts val="1200"/>
                </a:spcBef>
                <a:spcAft>
                  <a:spcPts val="1200"/>
                </a:spcAft>
                <a:buNone/>
              </a:pPr>
              <a:r>
                <a:rPr lang="en-US" sz="3200">
                  <a:latin typeface="Helvetica Neue"/>
                  <a:ea typeface="Helvetica Neue"/>
                  <a:cs typeface="Helvetica Neue"/>
                  <a:sym typeface="Helvetica Neue"/>
                </a:rPr>
                <a:t>Do more people live in hotter, less vegetated areas?</a:t>
              </a:r>
              <a:endParaRPr sz="3200">
                <a:latin typeface="Helvetica Neue"/>
                <a:ea typeface="Helvetica Neue"/>
                <a:cs typeface="Helvetica Neue"/>
                <a:sym typeface="Helvetica Neue"/>
              </a:endParaRPr>
            </a:p>
          </p:txBody>
        </p:sp>
      </p:grpSp>
      <p:grpSp>
        <p:nvGrpSpPr>
          <p:cNvPr id="104" name="Google Shape;104;p1"/>
          <p:cNvGrpSpPr/>
          <p:nvPr/>
        </p:nvGrpSpPr>
        <p:grpSpPr>
          <a:xfrm>
            <a:off x="808495" y="20696218"/>
            <a:ext cx="13994863" cy="17909571"/>
            <a:chOff x="761798" y="6679324"/>
            <a:chExt cx="13994863" cy="17909571"/>
          </a:xfrm>
        </p:grpSpPr>
        <p:sp>
          <p:nvSpPr>
            <p:cNvPr id="105" name="Google Shape;105;p1"/>
            <p:cNvSpPr/>
            <p:nvPr/>
          </p:nvSpPr>
          <p:spPr>
            <a:xfrm>
              <a:off x="761798" y="6679324"/>
              <a:ext cx="13994863" cy="17909571"/>
            </a:xfrm>
            <a:prstGeom prst="rect">
              <a:avLst/>
            </a:prstGeom>
            <a:solidFill>
              <a:srgbClr val="F3F4D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100"/>
                <a:buFont typeface="Arial"/>
                <a:buNone/>
              </a:pPr>
              <a:r>
                <a:t/>
              </a:r>
              <a:endParaRPr b="0" i="0" sz="11100" u="none" cap="none" strike="noStrike">
                <a:solidFill>
                  <a:schemeClr val="dk1"/>
                </a:solidFill>
                <a:latin typeface="Helvetica Neue"/>
                <a:ea typeface="Helvetica Neue"/>
                <a:cs typeface="Helvetica Neue"/>
                <a:sym typeface="Helvetica Neue"/>
              </a:endParaRPr>
            </a:p>
          </p:txBody>
        </p:sp>
        <p:sp>
          <p:nvSpPr>
            <p:cNvPr id="106" name="Google Shape;106;p1"/>
            <p:cNvSpPr txBox="1"/>
            <p:nvPr/>
          </p:nvSpPr>
          <p:spPr>
            <a:xfrm>
              <a:off x="918469" y="6994278"/>
              <a:ext cx="855597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800">
                  <a:solidFill>
                    <a:schemeClr val="dk1"/>
                  </a:solidFill>
                  <a:latin typeface="Helvetica Neue"/>
                  <a:ea typeface="Helvetica Neue"/>
                  <a:cs typeface="Helvetica Neue"/>
                  <a:sym typeface="Helvetica Neue"/>
                </a:rPr>
                <a:t>3. </a:t>
              </a:r>
              <a:r>
                <a:rPr b="1" lang="en-US" sz="4800">
                  <a:solidFill>
                    <a:schemeClr val="dk1"/>
                  </a:solidFill>
                  <a:latin typeface="Helvetica Neue"/>
                  <a:ea typeface="Helvetica Neue"/>
                  <a:cs typeface="Helvetica Neue"/>
                  <a:sym typeface="Helvetica Neue"/>
                </a:rPr>
                <a:t>Data</a:t>
              </a:r>
              <a:endParaRPr b="1" sz="4800">
                <a:solidFill>
                  <a:schemeClr val="dk1"/>
                </a:solidFill>
                <a:latin typeface="Helvetica Neue"/>
                <a:ea typeface="Helvetica Neue"/>
                <a:cs typeface="Helvetica Neue"/>
                <a:sym typeface="Helvetica Neue"/>
              </a:endParaRPr>
            </a:p>
          </p:txBody>
        </p:sp>
        <p:sp>
          <p:nvSpPr>
            <p:cNvPr id="107" name="Google Shape;107;p1"/>
            <p:cNvSpPr txBox="1"/>
            <p:nvPr/>
          </p:nvSpPr>
          <p:spPr>
            <a:xfrm>
              <a:off x="1187003" y="8150437"/>
              <a:ext cx="12751800" cy="15919500"/>
            </a:xfrm>
            <a:prstGeom prst="rect">
              <a:avLst/>
            </a:prstGeom>
            <a:noFill/>
            <a:ln>
              <a:noFill/>
            </a:ln>
          </p:spPr>
          <p:txBody>
            <a:bodyPr anchorCtr="0" anchor="t" bIns="45700" lIns="91425" spcFirstLastPara="1" rIns="91425" wrap="square" tIns="45700">
              <a:normAutofit/>
            </a:bodyPr>
            <a:lstStyle/>
            <a:p>
              <a:pPr indent="-431800" lvl="0" marL="457200" rtl="0" algn="l">
                <a:lnSpc>
                  <a:spcPct val="115000"/>
                </a:lnSpc>
                <a:spcBef>
                  <a:spcPts val="1200"/>
                </a:spcBef>
                <a:spcAft>
                  <a:spcPts val="0"/>
                </a:spcAft>
                <a:buSzPts val="3200"/>
                <a:buFont typeface="Helvetica Neue"/>
                <a:buChar char="●"/>
              </a:pPr>
              <a:r>
                <a:rPr lang="en-US" sz="3200">
                  <a:latin typeface="Helvetica Neue"/>
                  <a:ea typeface="Helvetica Neue"/>
                  <a:cs typeface="Helvetica Neue"/>
                  <a:sym typeface="Helvetica Neue"/>
                </a:rPr>
                <a:t>Satellite Data: Landsat 8 &amp; 9 (Collection 2, Level 2), 2023–2025, cloud-masked and processed for surface reflectance and temperature.</a:t>
              </a:r>
              <a:endParaRPr sz="3200">
                <a:latin typeface="Helvetica Neue"/>
                <a:ea typeface="Helvetica Neue"/>
                <a:cs typeface="Helvetica Neue"/>
                <a:sym typeface="Helvetica Neue"/>
              </a:endParaRPr>
            </a:p>
            <a:p>
              <a:pPr indent="-431800" lvl="0" marL="457200" rtl="0" algn="l">
                <a:lnSpc>
                  <a:spcPct val="115000"/>
                </a:lnSpc>
                <a:spcBef>
                  <a:spcPts val="0"/>
                </a:spcBef>
                <a:spcAft>
                  <a:spcPts val="0"/>
                </a:spcAft>
                <a:buSzPts val="3200"/>
                <a:buFont typeface="Helvetica Neue"/>
                <a:buChar char="●"/>
              </a:pPr>
              <a:r>
                <a:rPr lang="en-US" sz="3200">
                  <a:latin typeface="Helvetica Neue"/>
                  <a:ea typeface="Helvetica Neue"/>
                  <a:cs typeface="Helvetica Neue"/>
                  <a:sym typeface="Helvetica Neue"/>
                </a:rPr>
                <a:t>Derived Indices (Percentiles)</a:t>
              </a:r>
              <a:endParaRPr sz="3200">
                <a:latin typeface="Helvetica Neue"/>
                <a:ea typeface="Helvetica Neue"/>
                <a:cs typeface="Helvetica Neue"/>
                <a:sym typeface="Helvetica Neue"/>
              </a:endParaRPr>
            </a:p>
            <a:p>
              <a:pPr indent="-431800" lvl="1" marL="914400" rtl="0" algn="l">
                <a:lnSpc>
                  <a:spcPct val="160000"/>
                </a:lnSpc>
                <a:spcBef>
                  <a:spcPts val="0"/>
                </a:spcBef>
                <a:spcAft>
                  <a:spcPts val="0"/>
                </a:spcAft>
                <a:buSzPts val="3200"/>
                <a:buFont typeface="Helvetica Neue"/>
                <a:buChar char="○"/>
              </a:pPr>
              <a:r>
                <a:rPr lang="en-US" sz="3200">
                  <a:latin typeface="Helvetica Neue"/>
                  <a:ea typeface="Helvetica Neue"/>
                  <a:cs typeface="Helvetica Neue"/>
                  <a:sym typeface="Helvetica Neue"/>
                </a:rPr>
                <a:t>NDVI (vegetation/greenness)</a:t>
              </a:r>
              <a:endParaRPr sz="3200">
                <a:latin typeface="Helvetica Neue"/>
                <a:ea typeface="Helvetica Neue"/>
                <a:cs typeface="Helvetica Neue"/>
                <a:sym typeface="Helvetica Neue"/>
              </a:endParaRPr>
            </a:p>
            <a:p>
              <a:pPr indent="-431800" lvl="1" marL="914400" rtl="0" algn="l">
                <a:lnSpc>
                  <a:spcPct val="160000"/>
                </a:lnSpc>
                <a:spcBef>
                  <a:spcPts val="0"/>
                </a:spcBef>
                <a:spcAft>
                  <a:spcPts val="0"/>
                </a:spcAft>
                <a:buSzPts val="3200"/>
                <a:buFont typeface="Helvetica Neue"/>
                <a:buChar char="○"/>
              </a:pPr>
              <a:r>
                <a:rPr lang="en-US" sz="3200">
                  <a:latin typeface="Helvetica Neue"/>
                  <a:ea typeface="Helvetica Neue"/>
                  <a:cs typeface="Helvetica Neue"/>
                  <a:sym typeface="Helvetica Neue"/>
                </a:rPr>
                <a:t>NDBI (built-up/impervious surfaces)</a:t>
              </a:r>
              <a:endParaRPr sz="3200">
                <a:latin typeface="Helvetica Neue"/>
                <a:ea typeface="Helvetica Neue"/>
                <a:cs typeface="Helvetica Neue"/>
                <a:sym typeface="Helvetica Neue"/>
              </a:endParaRPr>
            </a:p>
            <a:p>
              <a:pPr indent="-431800" lvl="1" marL="914400" rtl="0" algn="l">
                <a:lnSpc>
                  <a:spcPct val="160000"/>
                </a:lnSpc>
                <a:spcBef>
                  <a:spcPts val="0"/>
                </a:spcBef>
                <a:spcAft>
                  <a:spcPts val="0"/>
                </a:spcAft>
                <a:buSzPts val="3200"/>
                <a:buFont typeface="Helvetica Neue"/>
                <a:buChar char="○"/>
              </a:pPr>
              <a:r>
                <a:rPr lang="en-US" sz="3200">
                  <a:latin typeface="Helvetica Neue"/>
                  <a:ea typeface="Helvetica Neue"/>
                  <a:cs typeface="Helvetica Neue"/>
                  <a:sym typeface="Helvetica Neue"/>
                </a:rPr>
                <a:t>LST (Land Surface Temperature)</a:t>
              </a:r>
              <a:endParaRPr sz="3200">
                <a:latin typeface="Helvetica Neue"/>
                <a:ea typeface="Helvetica Neue"/>
                <a:cs typeface="Helvetica Neue"/>
                <a:sym typeface="Helvetica Neue"/>
              </a:endParaRPr>
            </a:p>
            <a:p>
              <a:pPr indent="-431800" lvl="0" marL="457200" rtl="0" algn="l">
                <a:lnSpc>
                  <a:spcPct val="115000"/>
                </a:lnSpc>
                <a:spcBef>
                  <a:spcPts val="0"/>
                </a:spcBef>
                <a:spcAft>
                  <a:spcPts val="0"/>
                </a:spcAft>
                <a:buSzPts val="3200"/>
                <a:buFont typeface="Helvetica Neue"/>
                <a:buChar char="●"/>
              </a:pPr>
              <a:r>
                <a:rPr lang="en-US" sz="3200">
                  <a:latin typeface="Helvetica Neue"/>
                  <a:ea typeface="Helvetica Neue"/>
                  <a:cs typeface="Helvetica Neue"/>
                  <a:sym typeface="Helvetica Neue"/>
                </a:rPr>
                <a:t>Population: WorldPop 2024 (100m resolution)</a:t>
              </a:r>
              <a:endParaRPr sz="3200">
                <a:latin typeface="Helvetica Neue"/>
                <a:ea typeface="Helvetica Neue"/>
                <a:cs typeface="Helvetica Neue"/>
                <a:sym typeface="Helvetica Neue"/>
              </a:endParaRPr>
            </a:p>
            <a:p>
              <a:pPr indent="-431800" lvl="0" marL="457200" rtl="0" algn="l">
                <a:lnSpc>
                  <a:spcPct val="115000"/>
                </a:lnSpc>
                <a:spcBef>
                  <a:spcPts val="0"/>
                </a:spcBef>
                <a:spcAft>
                  <a:spcPts val="0"/>
                </a:spcAft>
                <a:buSzPts val="3200"/>
                <a:buFont typeface="Helvetica Neue"/>
                <a:buChar char="●"/>
              </a:pPr>
              <a:r>
                <a:rPr lang="en-US" sz="3200">
                  <a:latin typeface="Helvetica Neue"/>
                  <a:ea typeface="Helvetica Neue"/>
                  <a:cs typeface="Helvetica Neue"/>
                  <a:sym typeface="Helvetica Neue"/>
                </a:rPr>
                <a:t>Administrative Boundary: Dhaka District</a:t>
              </a:r>
              <a:endParaRPr sz="3200">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b="1" lang="en-US" sz="3200">
                  <a:latin typeface="Helvetica Neue"/>
                  <a:ea typeface="Helvetica Neue"/>
                  <a:cs typeface="Helvetica Neue"/>
                  <a:sym typeface="Helvetica Neue"/>
                </a:rPr>
                <a:t>Preprocessing Steps:</a:t>
              </a:r>
              <a:endParaRPr b="1" sz="3200">
                <a:latin typeface="Helvetica Neue"/>
                <a:ea typeface="Helvetica Neue"/>
                <a:cs typeface="Helvetica Neue"/>
                <a:sym typeface="Helvetica Neue"/>
              </a:endParaRPr>
            </a:p>
            <a:p>
              <a:pPr indent="0" lvl="0" marL="457200" rtl="0" algn="l">
                <a:lnSpc>
                  <a:spcPct val="115000"/>
                </a:lnSpc>
                <a:spcBef>
                  <a:spcPts val="1200"/>
                </a:spcBef>
                <a:spcAft>
                  <a:spcPts val="0"/>
                </a:spcAft>
                <a:buClr>
                  <a:schemeClr val="dk1"/>
                </a:buClr>
                <a:buSzPts val="1100"/>
                <a:buFont typeface="Arial"/>
                <a:buNone/>
              </a:pPr>
              <a:r>
                <a:rPr lang="en-US" sz="3200">
                  <a:latin typeface="Helvetica Neue"/>
                  <a:ea typeface="Helvetica Neue"/>
                  <a:cs typeface="Helvetica Neue"/>
                  <a:sym typeface="Helvetica Neue"/>
                </a:rPr>
                <a:t>Cloud masking and scaling factor correction</a:t>
              </a:r>
              <a:endParaRPr sz="3200">
                <a:latin typeface="Helvetica Neue"/>
                <a:ea typeface="Helvetica Neue"/>
                <a:cs typeface="Helvetica Neue"/>
                <a:sym typeface="Helvetica Neue"/>
              </a:endParaRPr>
            </a:p>
            <a:p>
              <a:pPr indent="0" lvl="0" marL="457200" rtl="0" algn="l">
                <a:lnSpc>
                  <a:spcPct val="115000"/>
                </a:lnSpc>
                <a:spcBef>
                  <a:spcPts val="1200"/>
                </a:spcBef>
                <a:spcAft>
                  <a:spcPts val="0"/>
                </a:spcAft>
                <a:buClr>
                  <a:schemeClr val="dk1"/>
                </a:buClr>
                <a:buSzPts val="1100"/>
                <a:buFont typeface="Arial"/>
                <a:buNone/>
              </a:pPr>
              <a:r>
                <a:rPr lang="en-US" sz="3200">
                  <a:latin typeface="Helvetica Neue"/>
                  <a:ea typeface="Helvetica Neue"/>
                  <a:cs typeface="Helvetica Neue"/>
                  <a:sym typeface="Helvetica Neue"/>
                </a:rPr>
                <a:t>Percentile composites (p10, p50, p90)</a:t>
              </a:r>
              <a:endParaRPr sz="3200">
                <a:latin typeface="Helvetica Neue"/>
                <a:ea typeface="Helvetica Neue"/>
                <a:cs typeface="Helvetica Neue"/>
                <a:sym typeface="Helvetica Neue"/>
              </a:endParaRPr>
            </a:p>
            <a:p>
              <a:pPr indent="0" lvl="0" marL="457200" rtl="0" algn="l">
                <a:lnSpc>
                  <a:spcPct val="115000"/>
                </a:lnSpc>
                <a:spcBef>
                  <a:spcPts val="1200"/>
                </a:spcBef>
                <a:spcAft>
                  <a:spcPts val="0"/>
                </a:spcAft>
                <a:buClr>
                  <a:schemeClr val="dk1"/>
                </a:buClr>
                <a:buSzPts val="1100"/>
                <a:buFont typeface="Arial"/>
                <a:buNone/>
              </a:pPr>
              <a:r>
                <a:rPr lang="en-US" sz="3200">
                  <a:latin typeface="Helvetica Neue"/>
                  <a:ea typeface="Helvetica Neue"/>
                  <a:cs typeface="Helvetica Neue"/>
                  <a:sym typeface="Helvetica Neue"/>
                </a:rPr>
                <a:t>Creation of 1 km × 1 km regular grid (clipped to Dhaka)</a:t>
              </a:r>
              <a:endParaRPr sz="3200">
                <a:latin typeface="Helvetica Neue"/>
                <a:ea typeface="Helvetica Neue"/>
                <a:cs typeface="Helvetica Neue"/>
                <a:sym typeface="Helvetica Neue"/>
              </a:endParaRPr>
            </a:p>
            <a:p>
              <a:pPr indent="0" lvl="0" marL="457200" rtl="0" algn="l">
                <a:lnSpc>
                  <a:spcPct val="115000"/>
                </a:lnSpc>
                <a:spcBef>
                  <a:spcPts val="1200"/>
                </a:spcBef>
                <a:spcAft>
                  <a:spcPts val="0"/>
                </a:spcAft>
                <a:buNone/>
              </a:pPr>
              <a:r>
                <a:rPr lang="en-US" sz="3200">
                  <a:latin typeface="Helvetica Neue"/>
                  <a:ea typeface="Helvetica Neue"/>
                  <a:cs typeface="Helvetica Neue"/>
                  <a:sym typeface="Helvetica Neue"/>
                </a:rPr>
                <a:t>Zonal statistics + population masking </a:t>
              </a:r>
              <a:endParaRPr sz="3200">
                <a:latin typeface="Helvetica Neue"/>
                <a:ea typeface="Helvetica Neue"/>
                <a:cs typeface="Helvetica Neue"/>
                <a:sym typeface="Helvetica Neue"/>
              </a:endParaRPr>
            </a:p>
            <a:p>
              <a:pPr indent="0" lvl="0" marL="457200" rtl="0" algn="l">
                <a:lnSpc>
                  <a:spcPct val="115000"/>
                </a:lnSpc>
                <a:spcBef>
                  <a:spcPts val="1200"/>
                </a:spcBef>
                <a:spcAft>
                  <a:spcPts val="0"/>
                </a:spcAft>
                <a:buNone/>
              </a:pPr>
              <a:r>
                <a:t/>
              </a:r>
              <a:endParaRPr sz="3200">
                <a:latin typeface="Helvetica Neue"/>
                <a:ea typeface="Helvetica Neue"/>
                <a:cs typeface="Helvetica Neue"/>
                <a:sym typeface="Helvetica Neue"/>
              </a:endParaRPr>
            </a:p>
            <a:p>
              <a:pPr indent="0" lvl="0" marL="457200" rtl="0" algn="l">
                <a:lnSpc>
                  <a:spcPct val="115000"/>
                </a:lnSpc>
                <a:spcBef>
                  <a:spcPts val="1200"/>
                </a:spcBef>
                <a:spcAft>
                  <a:spcPts val="0"/>
                </a:spcAft>
                <a:buClr>
                  <a:schemeClr val="dk1"/>
                </a:buClr>
                <a:buSzPts val="1100"/>
                <a:buFont typeface="Arial"/>
                <a:buNone/>
              </a:pPr>
              <a:r>
                <a:t/>
              </a:r>
              <a:endParaRPr sz="3200">
                <a:latin typeface="Helvetica Neue"/>
                <a:ea typeface="Helvetica Neue"/>
                <a:cs typeface="Helvetica Neue"/>
                <a:sym typeface="Helvetica Neue"/>
              </a:endParaRPr>
            </a:p>
            <a:p>
              <a:pPr indent="0" lvl="0" marL="0" rtl="0" algn="l">
                <a:lnSpc>
                  <a:spcPct val="160000"/>
                </a:lnSpc>
                <a:spcBef>
                  <a:spcPts val="1200"/>
                </a:spcBef>
                <a:spcAft>
                  <a:spcPts val="0"/>
                </a:spcAft>
                <a:buNone/>
              </a:pPr>
              <a:r>
                <a:t/>
              </a:r>
              <a:endParaRPr sz="3200">
                <a:latin typeface="Helvetica Neue"/>
                <a:ea typeface="Helvetica Neue"/>
                <a:cs typeface="Helvetica Neue"/>
                <a:sym typeface="Helvetica Neue"/>
              </a:endParaRPr>
            </a:p>
          </p:txBody>
        </p:sp>
      </p:grpSp>
      <p:grpSp>
        <p:nvGrpSpPr>
          <p:cNvPr id="108" name="Google Shape;108;p1"/>
          <p:cNvGrpSpPr/>
          <p:nvPr/>
        </p:nvGrpSpPr>
        <p:grpSpPr>
          <a:xfrm>
            <a:off x="13902536" y="6670566"/>
            <a:ext cx="15308981" cy="13522782"/>
            <a:chOff x="761798" y="6679325"/>
            <a:chExt cx="13994863" cy="13522782"/>
          </a:xfrm>
        </p:grpSpPr>
        <p:sp>
          <p:nvSpPr>
            <p:cNvPr id="109" name="Google Shape;109;p1"/>
            <p:cNvSpPr/>
            <p:nvPr/>
          </p:nvSpPr>
          <p:spPr>
            <a:xfrm>
              <a:off x="761798" y="6679325"/>
              <a:ext cx="13994863" cy="13522782"/>
            </a:xfrm>
            <a:prstGeom prst="rect">
              <a:avLst/>
            </a:prstGeom>
            <a:solidFill>
              <a:srgbClr val="EDF9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100"/>
                <a:buFont typeface="Arial"/>
                <a:buNone/>
              </a:pPr>
              <a:r>
                <a:t/>
              </a:r>
              <a:endParaRPr b="0" i="0" sz="11100" u="none" cap="none" strike="noStrike">
                <a:solidFill>
                  <a:schemeClr val="dk1"/>
                </a:solidFill>
                <a:latin typeface="Helvetica Neue"/>
                <a:ea typeface="Helvetica Neue"/>
                <a:cs typeface="Helvetica Neue"/>
                <a:sym typeface="Helvetica Neue"/>
              </a:endParaRPr>
            </a:p>
          </p:txBody>
        </p:sp>
        <p:sp>
          <p:nvSpPr>
            <p:cNvPr id="110" name="Google Shape;110;p1"/>
            <p:cNvSpPr txBox="1"/>
            <p:nvPr/>
          </p:nvSpPr>
          <p:spPr>
            <a:xfrm>
              <a:off x="918469" y="6994278"/>
              <a:ext cx="855597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800">
                  <a:solidFill>
                    <a:schemeClr val="dk1"/>
                  </a:solidFill>
                  <a:latin typeface="Helvetica Neue"/>
                  <a:ea typeface="Helvetica Neue"/>
                  <a:cs typeface="Helvetica Neue"/>
                  <a:sym typeface="Helvetica Neue"/>
                </a:rPr>
                <a:t>4. </a:t>
              </a:r>
              <a:r>
                <a:rPr b="1" lang="en-US" sz="4800">
                  <a:solidFill>
                    <a:schemeClr val="dk1"/>
                  </a:solidFill>
                  <a:latin typeface="Helvetica Neue"/>
                  <a:ea typeface="Helvetica Neue"/>
                  <a:cs typeface="Helvetica Neue"/>
                  <a:sym typeface="Helvetica Neue"/>
                </a:rPr>
                <a:t>Methodology</a:t>
              </a:r>
              <a:endParaRPr b="1" sz="4800">
                <a:solidFill>
                  <a:schemeClr val="dk1"/>
                </a:solidFill>
                <a:latin typeface="Helvetica Neue"/>
                <a:ea typeface="Helvetica Neue"/>
                <a:cs typeface="Helvetica Neue"/>
                <a:sym typeface="Helvetica Neue"/>
              </a:endParaRPr>
            </a:p>
          </p:txBody>
        </p:sp>
        <p:sp>
          <p:nvSpPr>
            <p:cNvPr id="111" name="Google Shape;111;p1"/>
            <p:cNvSpPr txBox="1"/>
            <p:nvPr/>
          </p:nvSpPr>
          <p:spPr>
            <a:xfrm>
              <a:off x="1187004" y="7825266"/>
              <a:ext cx="8556000" cy="117312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A spatial analysis framework is used to quantify urban environmental conditions and population exposure in Dhaka.</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A 1 km grid (EPSG:32645) is created to standardize spatial units across the study area. Within each cell, zonal statistics are computed using rasterstats to extract NDVI, NDBI, and </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LST (p50/p90) from satellite data.</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Population exposure is then estimated using </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a population-weighted mean.</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Spatial patterns are assessed using Queen contiguity weights and Global Moran’s I to measure spatial autocorrelation.</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Finally, a comparison is made between:</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Simple spatial mean (equal-weight grid cells)</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Population-weighted exposure (human-</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centric exposure)</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This framework highlights disparities between physical environmental conditions and </a:t>
              </a:r>
              <a:endParaRPr sz="3180">
                <a:latin typeface="Helvetica Neue"/>
                <a:ea typeface="Helvetica Neue"/>
                <a:cs typeface="Helvetica Neue"/>
                <a:sym typeface="Helvetica Neue"/>
              </a:endParaRPr>
            </a:p>
            <a:p>
              <a:pPr indent="0" lvl="0" marL="0" marR="0" rtl="0" algn="l">
                <a:lnSpc>
                  <a:spcPct val="105000"/>
                </a:lnSpc>
                <a:spcBef>
                  <a:spcPts val="1200"/>
                </a:spcBef>
                <a:spcAft>
                  <a:spcPts val="0"/>
                </a:spcAft>
                <a:buSzPts val="853"/>
                <a:buNone/>
              </a:pPr>
              <a:r>
                <a:rPr lang="en-US" sz="3180">
                  <a:latin typeface="Helvetica Neue"/>
                  <a:ea typeface="Helvetica Neue"/>
                  <a:cs typeface="Helvetica Neue"/>
                  <a:sym typeface="Helvetica Neue"/>
                </a:rPr>
                <a:t>actual human exposure.</a:t>
              </a:r>
              <a:endParaRPr sz="3180">
                <a:latin typeface="Helvetica Neue"/>
                <a:ea typeface="Helvetica Neue"/>
                <a:cs typeface="Helvetica Neue"/>
                <a:sym typeface="Helvetica Neue"/>
              </a:endParaRPr>
            </a:p>
            <a:p>
              <a:pPr indent="-336800" lvl="0" marL="900000" marR="0" rtl="0" algn="l">
                <a:lnSpc>
                  <a:spcPct val="150000"/>
                </a:lnSpc>
                <a:spcBef>
                  <a:spcPts val="1200"/>
                </a:spcBef>
                <a:spcAft>
                  <a:spcPts val="0"/>
                </a:spcAft>
                <a:buClr>
                  <a:schemeClr val="dk1"/>
                </a:buClr>
                <a:buSzPts val="2480"/>
                <a:buFont typeface="Times New Roman"/>
                <a:buNone/>
              </a:pPr>
              <a:r>
                <a:t/>
              </a:r>
              <a:endParaRPr sz="3180">
                <a:latin typeface="Helvetica Neue"/>
                <a:ea typeface="Helvetica Neue"/>
                <a:cs typeface="Helvetica Neue"/>
                <a:sym typeface="Helvetica Neue"/>
              </a:endParaRPr>
            </a:p>
          </p:txBody>
        </p:sp>
      </p:grpSp>
      <p:grpSp>
        <p:nvGrpSpPr>
          <p:cNvPr id="112" name="Google Shape;112;p1"/>
          <p:cNvGrpSpPr/>
          <p:nvPr/>
        </p:nvGrpSpPr>
        <p:grpSpPr>
          <a:xfrm>
            <a:off x="15281875" y="20696217"/>
            <a:ext cx="13994863" cy="17909571"/>
            <a:chOff x="761798" y="6679324"/>
            <a:chExt cx="13994863" cy="17909571"/>
          </a:xfrm>
        </p:grpSpPr>
        <p:sp>
          <p:nvSpPr>
            <p:cNvPr id="113" name="Google Shape;113;p1"/>
            <p:cNvSpPr/>
            <p:nvPr/>
          </p:nvSpPr>
          <p:spPr>
            <a:xfrm>
              <a:off x="761798" y="6679324"/>
              <a:ext cx="13994863" cy="17909571"/>
            </a:xfrm>
            <a:prstGeom prst="rect">
              <a:avLst/>
            </a:prstGeom>
            <a:solidFill>
              <a:srgbClr val="F3F4D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100"/>
                <a:buFont typeface="Arial"/>
                <a:buNone/>
              </a:pPr>
              <a:r>
                <a:t/>
              </a:r>
              <a:endParaRPr b="0" i="0" sz="11100" u="none" cap="none" strike="noStrike">
                <a:solidFill>
                  <a:schemeClr val="dk1"/>
                </a:solidFill>
                <a:latin typeface="Helvetica Neue"/>
                <a:ea typeface="Helvetica Neue"/>
                <a:cs typeface="Helvetica Neue"/>
                <a:sym typeface="Helvetica Neue"/>
              </a:endParaRPr>
            </a:p>
          </p:txBody>
        </p:sp>
        <p:sp>
          <p:nvSpPr>
            <p:cNvPr id="114" name="Google Shape;114;p1"/>
            <p:cNvSpPr txBox="1"/>
            <p:nvPr/>
          </p:nvSpPr>
          <p:spPr>
            <a:xfrm>
              <a:off x="918469" y="6994278"/>
              <a:ext cx="855597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800">
                  <a:solidFill>
                    <a:schemeClr val="dk1"/>
                  </a:solidFill>
                  <a:latin typeface="Helvetica Neue"/>
                  <a:ea typeface="Helvetica Neue"/>
                  <a:cs typeface="Helvetica Neue"/>
                  <a:sym typeface="Helvetica Neue"/>
                </a:rPr>
                <a:t>5. </a:t>
              </a:r>
              <a:r>
                <a:rPr b="1" lang="en-US" sz="4800">
                  <a:solidFill>
                    <a:schemeClr val="dk1"/>
                  </a:solidFill>
                  <a:latin typeface="Helvetica Neue"/>
                  <a:ea typeface="Helvetica Neue"/>
                  <a:cs typeface="Helvetica Neue"/>
                  <a:sym typeface="Helvetica Neue"/>
                </a:rPr>
                <a:t>Results &amp; Discussion</a:t>
              </a:r>
              <a:endParaRPr b="1" sz="4800">
                <a:solidFill>
                  <a:schemeClr val="dk1"/>
                </a:solidFill>
                <a:latin typeface="Helvetica Neue"/>
                <a:ea typeface="Helvetica Neue"/>
                <a:cs typeface="Helvetica Neue"/>
                <a:sym typeface="Helvetica Neue"/>
              </a:endParaRPr>
            </a:p>
          </p:txBody>
        </p:sp>
        <p:sp>
          <p:nvSpPr>
            <p:cNvPr id="115" name="Google Shape;115;p1"/>
            <p:cNvSpPr txBox="1"/>
            <p:nvPr/>
          </p:nvSpPr>
          <p:spPr>
            <a:xfrm>
              <a:off x="1186998" y="8150432"/>
              <a:ext cx="13504500" cy="12190800"/>
            </a:xfrm>
            <a:prstGeom prst="rect">
              <a:avLst/>
            </a:prstGeom>
            <a:noFill/>
            <a:ln>
              <a:noFill/>
            </a:ln>
          </p:spPr>
          <p:txBody>
            <a:bodyPr anchorCtr="0" anchor="t" bIns="45700" lIns="91425" spcFirstLastPara="1" rIns="91425" wrap="square" tIns="45700">
              <a:normAutofit fontScale="25000"/>
            </a:bodyPr>
            <a:lstStyle/>
            <a:p>
              <a:pPr indent="0" lvl="0" marL="0" rtl="0" algn="l">
                <a:lnSpc>
                  <a:spcPct val="115000"/>
                </a:lnSpc>
                <a:spcBef>
                  <a:spcPts val="1200"/>
                </a:spcBef>
                <a:spcAft>
                  <a:spcPts val="0"/>
                </a:spcAft>
                <a:buClr>
                  <a:schemeClr val="dk1"/>
                </a:buClr>
                <a:buSzPts val="275"/>
                <a:buFont typeface="Arial"/>
                <a:buNone/>
              </a:pPr>
              <a:r>
                <a:rPr lang="en-US" sz="12800">
                  <a:latin typeface="Helvetica Neue"/>
                  <a:ea typeface="Helvetica Neue"/>
                  <a:cs typeface="Helvetica Neue"/>
                  <a:sym typeface="Helvetica Neue"/>
                </a:rPr>
                <a:t>Spatial analysis reveals strong clustering of heat, vegetation, and built-up intensity across Dhaka. Global Moran’s I confirmed significant spatial autocorrelation for LST, NDVI, and NDBI.</a:t>
              </a:r>
              <a:endParaRPr sz="12800">
                <a:latin typeface="Helvetica Neue"/>
                <a:ea typeface="Helvetica Neue"/>
                <a:cs typeface="Helvetica Neue"/>
                <a:sym typeface="Helvetica Neue"/>
              </a:endParaRPr>
            </a:p>
            <a:p>
              <a:pPr indent="0" lvl="0" marL="0" rtl="0" algn="l">
                <a:lnSpc>
                  <a:spcPct val="115000"/>
                </a:lnSpc>
                <a:spcBef>
                  <a:spcPts val="1200"/>
                </a:spcBef>
                <a:spcAft>
                  <a:spcPts val="0"/>
                </a:spcAft>
                <a:buClr>
                  <a:schemeClr val="dk1"/>
                </a:buClr>
                <a:buSzPts val="275"/>
                <a:buFont typeface="Arial"/>
                <a:buNone/>
              </a:pPr>
              <a:r>
                <a:rPr lang="en-US" sz="12800">
                  <a:latin typeface="Helvetica Neue"/>
                  <a:ea typeface="Helvetica Neue"/>
                  <a:cs typeface="Helvetica Neue"/>
                  <a:sym typeface="Helvetica Neue"/>
                </a:rPr>
                <a:t>LISA and Getis-Ord Gi* identified a persistent LST hot spot in the dense central-eastern urban core, which coincides with NDVI cold spots and high population concentration. In contrast, the western and southwestern periphery forms a cooler, vegetation-rich zone.</a:t>
              </a:r>
              <a:endParaRPr sz="12800">
                <a:latin typeface="Helvetica Neue"/>
                <a:ea typeface="Helvetica Neue"/>
                <a:cs typeface="Helvetica Neue"/>
                <a:sym typeface="Helvetica Neue"/>
              </a:endParaRPr>
            </a:p>
            <a:p>
              <a:pPr indent="0" lvl="0" marL="0" rtl="0" algn="l">
                <a:lnSpc>
                  <a:spcPct val="115000"/>
                </a:lnSpc>
                <a:spcBef>
                  <a:spcPts val="1200"/>
                </a:spcBef>
                <a:spcAft>
                  <a:spcPts val="0"/>
                </a:spcAft>
                <a:buClr>
                  <a:schemeClr val="dk1"/>
                </a:buClr>
                <a:buSzPts val="275"/>
                <a:buFont typeface="Arial"/>
                <a:buNone/>
              </a:pPr>
              <a:r>
                <a:rPr lang="en-US" sz="12800">
                  <a:latin typeface="Helvetica Neue"/>
                  <a:ea typeface="Helvetica Neue"/>
                  <a:cs typeface="Helvetica Neue"/>
                  <a:sym typeface="Helvetica Neue"/>
                </a:rPr>
                <a:t>Notably, NDBI hot spots do not fully overlap with LST hot spots, suggesting that extreme urban heat is influenced not only by built-up intensity, but also by dense settlement structure, limited airflow, and low canopy cover.</a:t>
              </a:r>
              <a:endParaRPr sz="12800">
                <a:latin typeface="Helvetica Neue"/>
                <a:ea typeface="Helvetica Neue"/>
                <a:cs typeface="Helvetica Neue"/>
                <a:sym typeface="Helvetica Neue"/>
              </a:endParaRPr>
            </a:p>
            <a:p>
              <a:pPr indent="0" lvl="0" marL="0" rtl="0" algn="l">
                <a:lnSpc>
                  <a:spcPct val="115000"/>
                </a:lnSpc>
                <a:spcBef>
                  <a:spcPts val="1200"/>
                </a:spcBef>
                <a:spcAft>
                  <a:spcPts val="0"/>
                </a:spcAft>
                <a:buClr>
                  <a:schemeClr val="dk1"/>
                </a:buClr>
                <a:buSzPts val="275"/>
                <a:buFont typeface="Arial"/>
                <a:buNone/>
              </a:pPr>
              <a:r>
                <a:rPr lang="en-US" sz="12800">
                  <a:latin typeface="Helvetica Neue"/>
                  <a:ea typeface="Helvetica Neue"/>
                  <a:cs typeface="Helvetica Neue"/>
                  <a:sym typeface="Helvetica Neue"/>
                </a:rPr>
                <a:t>Population-weighted analysis shows that residents are disproportionately exposed to hotter and less vegetated environments, confirming significant environmental inequality in Dhaka.</a:t>
              </a:r>
              <a:endParaRPr sz="12800">
                <a:latin typeface="Helvetica Neue"/>
                <a:ea typeface="Helvetica Neue"/>
                <a:cs typeface="Helvetica Neue"/>
                <a:sym typeface="Helvetica Neue"/>
              </a:endParaRPr>
            </a:p>
            <a:p>
              <a:pPr indent="0" lvl="0" marL="0" rtl="0" algn="l">
                <a:lnSpc>
                  <a:spcPct val="115000"/>
                </a:lnSpc>
                <a:spcBef>
                  <a:spcPts val="1200"/>
                </a:spcBef>
                <a:spcAft>
                  <a:spcPts val="0"/>
                </a:spcAft>
                <a:buClr>
                  <a:schemeClr val="dk1"/>
                </a:buClr>
                <a:buSzPts val="275"/>
                <a:buFont typeface="Arial"/>
                <a:buNone/>
              </a:pPr>
              <a:r>
                <a:rPr lang="en-US" sz="12800">
                  <a:latin typeface="Helvetica Neue"/>
                  <a:ea typeface="Helvetica Neue"/>
                  <a:cs typeface="Helvetica Neue"/>
                  <a:sym typeface="Helvetica Neue"/>
                </a:rPr>
                <a:t>Targeted greening, cool roofs, and neighborhood-scale heat mitigation strategies are recommended for the identified residential hot spot areas.</a:t>
              </a:r>
              <a:endParaRPr sz="12800">
                <a:latin typeface="Helvetica Neue"/>
                <a:ea typeface="Helvetica Neue"/>
                <a:cs typeface="Helvetica Neue"/>
                <a:sym typeface="Helvetica Neue"/>
              </a:endParaRPr>
            </a:p>
            <a:p>
              <a:pPr indent="0" lvl="0" marL="360000" marR="0" rtl="0" algn="l">
                <a:lnSpc>
                  <a:spcPct val="160000"/>
                </a:lnSpc>
                <a:spcBef>
                  <a:spcPts val="1200"/>
                </a:spcBef>
                <a:spcAft>
                  <a:spcPts val="0"/>
                </a:spcAft>
                <a:buClr>
                  <a:srgbClr val="000000"/>
                </a:buClr>
                <a:buSzPts val="800"/>
                <a:buFont typeface="Helvetica Neue"/>
                <a:buNone/>
              </a:pPr>
              <a:r>
                <a:t/>
              </a:r>
              <a:endParaRPr sz="12800">
                <a:latin typeface="Helvetica Neue"/>
                <a:ea typeface="Helvetica Neue"/>
                <a:cs typeface="Helvetica Neue"/>
                <a:sym typeface="Helvetica Neue"/>
              </a:endParaRPr>
            </a:p>
          </p:txBody>
        </p:sp>
      </p:grpSp>
      <p:graphicFrame>
        <p:nvGraphicFramePr>
          <p:cNvPr id="116" name="Google Shape;116;p1"/>
          <p:cNvGraphicFramePr/>
          <p:nvPr/>
        </p:nvGraphicFramePr>
        <p:xfrm>
          <a:off x="952513" y="21061363"/>
          <a:ext cx="3000000" cy="3000000"/>
        </p:xfrm>
        <a:graphic>
          <a:graphicData uri="http://schemas.openxmlformats.org/drawingml/2006/table">
            <a:tbl>
              <a:tblPr>
                <a:noFill/>
                <a:tableStyleId>{F44F45F0-7009-4AE8-8363-735600AE056E}</a:tableStyleId>
              </a:tblPr>
              <a:tblGrid>
                <a:gridCol w="9386350"/>
                <a:gridCol w="9386350"/>
                <a:gridCol w="93863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17" name="Google Shape;117;p1"/>
          <p:cNvGraphicFramePr/>
          <p:nvPr/>
        </p:nvGraphicFramePr>
        <p:xfrm>
          <a:off x="952513" y="21061363"/>
          <a:ext cx="3000000" cy="3000000"/>
        </p:xfrm>
        <a:graphic>
          <a:graphicData uri="http://schemas.openxmlformats.org/drawingml/2006/table">
            <a:tbl>
              <a:tblPr>
                <a:noFill/>
                <a:tableStyleId>{F44F45F0-7009-4AE8-8363-735600AE056E}</a:tableStyleId>
              </a:tblPr>
              <a:tblGrid>
                <a:gridCol w="9386350"/>
                <a:gridCol w="9386350"/>
                <a:gridCol w="93863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18" name="Google Shape;118;p1"/>
          <p:cNvPicPr preferRelativeResize="0"/>
          <p:nvPr/>
        </p:nvPicPr>
        <p:blipFill>
          <a:blip r:embed="rId3">
            <a:alphaModFix/>
          </a:blip>
          <a:stretch>
            <a:fillRect/>
          </a:stretch>
        </p:blipFill>
        <p:spPr>
          <a:xfrm>
            <a:off x="857163" y="31721091"/>
            <a:ext cx="4176449" cy="4025983"/>
          </a:xfrm>
          <a:prstGeom prst="rect">
            <a:avLst/>
          </a:prstGeom>
          <a:noFill/>
          <a:ln>
            <a:noFill/>
          </a:ln>
        </p:spPr>
      </p:pic>
      <p:pic>
        <p:nvPicPr>
          <p:cNvPr id="119" name="Google Shape;119;p1"/>
          <p:cNvPicPr preferRelativeResize="0"/>
          <p:nvPr/>
        </p:nvPicPr>
        <p:blipFill>
          <a:blip r:embed="rId4">
            <a:alphaModFix/>
          </a:blip>
          <a:stretch>
            <a:fillRect/>
          </a:stretch>
        </p:blipFill>
        <p:spPr>
          <a:xfrm>
            <a:off x="5832079" y="31721100"/>
            <a:ext cx="3966708" cy="4025974"/>
          </a:xfrm>
          <a:prstGeom prst="rect">
            <a:avLst/>
          </a:prstGeom>
          <a:noFill/>
          <a:ln>
            <a:noFill/>
          </a:ln>
        </p:spPr>
      </p:pic>
      <p:pic>
        <p:nvPicPr>
          <p:cNvPr id="120" name="Google Shape;120;p1"/>
          <p:cNvPicPr preferRelativeResize="0"/>
          <p:nvPr/>
        </p:nvPicPr>
        <p:blipFill>
          <a:blip r:embed="rId5">
            <a:alphaModFix/>
          </a:blip>
          <a:stretch>
            <a:fillRect/>
          </a:stretch>
        </p:blipFill>
        <p:spPr>
          <a:xfrm>
            <a:off x="10484837" y="31721100"/>
            <a:ext cx="4176449" cy="4114526"/>
          </a:xfrm>
          <a:prstGeom prst="rect">
            <a:avLst/>
          </a:prstGeom>
          <a:noFill/>
          <a:ln>
            <a:noFill/>
          </a:ln>
        </p:spPr>
      </p:pic>
      <p:sp>
        <p:nvSpPr>
          <p:cNvPr id="121" name="Google Shape;121;p1"/>
          <p:cNvSpPr txBox="1"/>
          <p:nvPr/>
        </p:nvSpPr>
        <p:spPr>
          <a:xfrm>
            <a:off x="962088" y="35835620"/>
            <a:ext cx="3966600" cy="31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2700">
                <a:latin typeface="Helvetica Neue"/>
                <a:ea typeface="Helvetica Neue"/>
                <a:cs typeface="Helvetica Neue"/>
                <a:sym typeface="Helvetica Neue"/>
              </a:rPr>
              <a:t>LST p50: Blue = cold (~24.7°C), cyan = cool, yellow = warm, red = hot (~33.6°C) (~33.6°C max).</a:t>
            </a:r>
            <a:endParaRPr sz="2700">
              <a:latin typeface="Helvetica Neue"/>
              <a:ea typeface="Helvetica Neue"/>
              <a:cs typeface="Helvetica Neue"/>
              <a:sym typeface="Helvetica Neue"/>
            </a:endParaRPr>
          </a:p>
          <a:p>
            <a:pPr indent="0" lvl="0" marL="457200" marR="0" rtl="0" algn="l">
              <a:lnSpc>
                <a:spcPct val="115000"/>
              </a:lnSpc>
              <a:spcBef>
                <a:spcPts val="1200"/>
              </a:spcBef>
              <a:spcAft>
                <a:spcPts val="1200"/>
              </a:spcAft>
              <a:buNone/>
            </a:pPr>
            <a:r>
              <a:t/>
            </a:r>
            <a:endParaRPr sz="2700">
              <a:latin typeface="Helvetica Neue"/>
              <a:ea typeface="Helvetica Neue"/>
              <a:cs typeface="Helvetica Neue"/>
              <a:sym typeface="Helvetica Neue"/>
            </a:endParaRPr>
          </a:p>
        </p:txBody>
      </p:sp>
      <p:sp>
        <p:nvSpPr>
          <p:cNvPr id="122" name="Google Shape;122;p1"/>
          <p:cNvSpPr txBox="1"/>
          <p:nvPr/>
        </p:nvSpPr>
        <p:spPr>
          <a:xfrm>
            <a:off x="5723463" y="35747075"/>
            <a:ext cx="3966600" cy="483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2700">
                <a:latin typeface="Helvetica Neue"/>
                <a:ea typeface="Helvetica Neue"/>
                <a:cs typeface="Helvetica Neue"/>
                <a:sym typeface="Helvetica Neue"/>
              </a:rPr>
              <a:t>NDVI p50: Brown = very low vegetation/bare soil (~-0.1), yellow = sparse/mixed, green = dense vegetation (~0.67)</a:t>
            </a:r>
            <a:endParaRPr sz="137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700">
              <a:solidFill>
                <a:schemeClr val="dk1"/>
              </a:solidFill>
              <a:latin typeface="Times New Roman"/>
              <a:ea typeface="Times New Roman"/>
              <a:cs typeface="Times New Roman"/>
              <a:sym typeface="Times New Roman"/>
            </a:endParaRPr>
          </a:p>
        </p:txBody>
      </p:sp>
      <p:sp>
        <p:nvSpPr>
          <p:cNvPr id="123" name="Google Shape;123;p1"/>
          <p:cNvSpPr txBox="1"/>
          <p:nvPr/>
        </p:nvSpPr>
        <p:spPr>
          <a:xfrm>
            <a:off x="10502675" y="35835625"/>
            <a:ext cx="4176600" cy="314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None/>
            </a:pPr>
            <a:r>
              <a:rPr lang="en-US" sz="2700">
                <a:latin typeface="Helvetica Neue"/>
                <a:ea typeface="Helvetica Neue"/>
                <a:cs typeface="Helvetica Neue"/>
                <a:sym typeface="Helvetica Neue"/>
              </a:rPr>
              <a:t>NDBI p50: Blue = low built-up (vegetation/water), white = neutral/mixed (~-0.36), red = high built-up areas.</a:t>
            </a:r>
            <a:endParaRPr sz="2700">
              <a:latin typeface="Helvetica Neue"/>
              <a:ea typeface="Helvetica Neue"/>
              <a:cs typeface="Helvetica Neue"/>
              <a:sym typeface="Helvetica Neue"/>
            </a:endParaRPr>
          </a:p>
          <a:p>
            <a:pPr indent="0" lvl="0" marL="0" marR="0" rtl="0" algn="l">
              <a:lnSpc>
                <a:spcPct val="115000"/>
              </a:lnSpc>
              <a:spcBef>
                <a:spcPts val="1200"/>
              </a:spcBef>
              <a:spcAft>
                <a:spcPts val="1200"/>
              </a:spcAft>
              <a:buNone/>
            </a:pPr>
            <a:r>
              <a:t/>
            </a:r>
            <a:endParaRPr sz="2700">
              <a:latin typeface="Helvetica Neue"/>
              <a:ea typeface="Helvetica Neue"/>
              <a:cs typeface="Helvetica Neue"/>
              <a:sym typeface="Helvetica Neue"/>
            </a:endParaRPr>
          </a:p>
        </p:txBody>
      </p:sp>
      <p:pic>
        <p:nvPicPr>
          <p:cNvPr id="124" name="Google Shape;124;p1" title="download.png"/>
          <p:cNvPicPr preferRelativeResize="0"/>
          <p:nvPr/>
        </p:nvPicPr>
        <p:blipFill rotWithShape="1">
          <a:blip r:embed="rId6">
            <a:alphaModFix/>
          </a:blip>
          <a:srcRect b="0" l="4587" r="4587" t="0"/>
          <a:stretch/>
        </p:blipFill>
        <p:spPr>
          <a:xfrm>
            <a:off x="23150450" y="6670575"/>
            <a:ext cx="6060850" cy="13522799"/>
          </a:xfrm>
          <a:prstGeom prst="rect">
            <a:avLst/>
          </a:prstGeom>
          <a:noFill/>
          <a:ln>
            <a:noFill/>
          </a:ln>
        </p:spPr>
      </p:pic>
      <p:pic>
        <p:nvPicPr>
          <p:cNvPr id="125" name="Google Shape;125;p1"/>
          <p:cNvPicPr preferRelativeResize="0"/>
          <p:nvPr/>
        </p:nvPicPr>
        <p:blipFill>
          <a:blip r:embed="rId7">
            <a:alphaModFix/>
          </a:blip>
          <a:stretch>
            <a:fillRect/>
          </a:stretch>
        </p:blipFill>
        <p:spPr>
          <a:xfrm>
            <a:off x="15491875" y="31973550"/>
            <a:ext cx="4822330" cy="5656250"/>
          </a:xfrm>
          <a:prstGeom prst="rect">
            <a:avLst/>
          </a:prstGeom>
          <a:noFill/>
          <a:ln>
            <a:noFill/>
          </a:ln>
        </p:spPr>
      </p:pic>
      <p:pic>
        <p:nvPicPr>
          <p:cNvPr id="126" name="Google Shape;126;p1"/>
          <p:cNvPicPr preferRelativeResize="0"/>
          <p:nvPr/>
        </p:nvPicPr>
        <p:blipFill>
          <a:blip r:embed="rId8">
            <a:alphaModFix/>
          </a:blip>
          <a:stretch>
            <a:fillRect/>
          </a:stretch>
        </p:blipFill>
        <p:spPr>
          <a:xfrm>
            <a:off x="19878800" y="31973555"/>
            <a:ext cx="4905574" cy="5656233"/>
          </a:xfrm>
          <a:prstGeom prst="rect">
            <a:avLst/>
          </a:prstGeom>
          <a:noFill/>
          <a:ln>
            <a:noFill/>
          </a:ln>
        </p:spPr>
      </p:pic>
      <p:pic>
        <p:nvPicPr>
          <p:cNvPr id="127" name="Google Shape;127;p1"/>
          <p:cNvPicPr preferRelativeResize="0"/>
          <p:nvPr/>
        </p:nvPicPr>
        <p:blipFill>
          <a:blip r:embed="rId9">
            <a:alphaModFix/>
          </a:blip>
          <a:stretch>
            <a:fillRect/>
          </a:stretch>
        </p:blipFill>
        <p:spPr>
          <a:xfrm>
            <a:off x="24529650" y="31973550"/>
            <a:ext cx="5534424" cy="5656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ank Presentation.pot">
  <a:themeElements>
    <a:clrScheme name="Blank Presentation.po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2025-05-22T16:58:05Z</dcterms:created>
  <dc:creator>Mian Amir</dc:creator>
</cp:coreProperties>
</file>